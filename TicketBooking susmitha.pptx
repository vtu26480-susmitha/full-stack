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0" d="100"/>
          <a:sy n="40" d="100"/>
        </p:scale>
        <p:origin x="903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6786351" y="1367964"/>
            <a:ext cx="1501775" cy="7551420"/>
          </a:xfrm>
          <a:custGeom>
            <a:avLst/>
            <a:gdLst/>
            <a:ahLst/>
            <a:cxnLst/>
            <a:rect l="l" t="t" r="r" b="b"/>
            <a:pathLst>
              <a:path w="1501775" h="7551420">
                <a:moveTo>
                  <a:pt x="1501648" y="0"/>
                </a:moveTo>
                <a:lnTo>
                  <a:pt x="1454587" y="50344"/>
                </a:lnTo>
                <a:lnTo>
                  <a:pt x="1424282" y="83484"/>
                </a:lnTo>
                <a:lnTo>
                  <a:pt x="1394244" y="116871"/>
                </a:lnTo>
                <a:lnTo>
                  <a:pt x="1364476" y="150505"/>
                </a:lnTo>
                <a:lnTo>
                  <a:pt x="1334980" y="184382"/>
                </a:lnTo>
                <a:lnTo>
                  <a:pt x="1305756" y="218502"/>
                </a:lnTo>
                <a:lnTo>
                  <a:pt x="1276807" y="252863"/>
                </a:lnTo>
                <a:lnTo>
                  <a:pt x="1248135" y="287462"/>
                </a:lnTo>
                <a:lnTo>
                  <a:pt x="1219741" y="322299"/>
                </a:lnTo>
                <a:lnTo>
                  <a:pt x="1191626" y="357371"/>
                </a:lnTo>
                <a:lnTo>
                  <a:pt x="1163793" y="392678"/>
                </a:lnTo>
                <a:lnTo>
                  <a:pt x="1136244" y="428216"/>
                </a:lnTo>
                <a:lnTo>
                  <a:pt x="1108979" y="463985"/>
                </a:lnTo>
                <a:lnTo>
                  <a:pt x="1082001" y="499982"/>
                </a:lnTo>
                <a:lnTo>
                  <a:pt x="1055312" y="536207"/>
                </a:lnTo>
                <a:lnTo>
                  <a:pt x="1028912" y="572657"/>
                </a:lnTo>
                <a:lnTo>
                  <a:pt x="1002804" y="609330"/>
                </a:lnTo>
                <a:lnTo>
                  <a:pt x="976990" y="646226"/>
                </a:lnTo>
                <a:lnTo>
                  <a:pt x="951471" y="683342"/>
                </a:lnTo>
                <a:lnTo>
                  <a:pt x="926248" y="720676"/>
                </a:lnTo>
                <a:lnTo>
                  <a:pt x="901325" y="758227"/>
                </a:lnTo>
                <a:lnTo>
                  <a:pt x="876701" y="795993"/>
                </a:lnTo>
                <a:lnTo>
                  <a:pt x="852380" y="833973"/>
                </a:lnTo>
                <a:lnTo>
                  <a:pt x="828362" y="872164"/>
                </a:lnTo>
                <a:lnTo>
                  <a:pt x="804649" y="910565"/>
                </a:lnTo>
                <a:lnTo>
                  <a:pt x="781244" y="949175"/>
                </a:lnTo>
                <a:lnTo>
                  <a:pt x="758148" y="987991"/>
                </a:lnTo>
                <a:lnTo>
                  <a:pt x="735362" y="1027013"/>
                </a:lnTo>
                <a:lnTo>
                  <a:pt x="712888" y="1066237"/>
                </a:lnTo>
                <a:lnTo>
                  <a:pt x="690728" y="1105663"/>
                </a:lnTo>
                <a:lnTo>
                  <a:pt x="668884" y="1145288"/>
                </a:lnTo>
                <a:lnTo>
                  <a:pt x="647357" y="1185112"/>
                </a:lnTo>
                <a:lnTo>
                  <a:pt x="626149" y="1225132"/>
                </a:lnTo>
                <a:lnTo>
                  <a:pt x="605262" y="1265347"/>
                </a:lnTo>
                <a:lnTo>
                  <a:pt x="584697" y="1305755"/>
                </a:lnTo>
                <a:lnTo>
                  <a:pt x="564456" y="1346354"/>
                </a:lnTo>
                <a:lnTo>
                  <a:pt x="544541" y="1387143"/>
                </a:lnTo>
                <a:lnTo>
                  <a:pt x="524954" y="1428119"/>
                </a:lnTo>
                <a:lnTo>
                  <a:pt x="505696" y="1469282"/>
                </a:lnTo>
                <a:lnTo>
                  <a:pt x="486769" y="1510629"/>
                </a:lnTo>
                <a:lnTo>
                  <a:pt x="468174" y="1552159"/>
                </a:lnTo>
                <a:lnTo>
                  <a:pt x="449914" y="1593870"/>
                </a:lnTo>
                <a:lnTo>
                  <a:pt x="431990" y="1635760"/>
                </a:lnTo>
                <a:lnTo>
                  <a:pt x="414404" y="1677828"/>
                </a:lnTo>
                <a:lnTo>
                  <a:pt x="397157" y="1720072"/>
                </a:lnTo>
                <a:lnTo>
                  <a:pt x="380251" y="1762490"/>
                </a:lnTo>
                <a:lnTo>
                  <a:pt x="363688" y="1805081"/>
                </a:lnTo>
                <a:lnTo>
                  <a:pt x="347470" y="1847842"/>
                </a:lnTo>
                <a:lnTo>
                  <a:pt x="331598" y="1890773"/>
                </a:lnTo>
                <a:lnTo>
                  <a:pt x="316074" y="1933871"/>
                </a:lnTo>
                <a:lnTo>
                  <a:pt x="300899" y="1977135"/>
                </a:lnTo>
                <a:lnTo>
                  <a:pt x="286076" y="2020563"/>
                </a:lnTo>
                <a:lnTo>
                  <a:pt x="271606" y="2064153"/>
                </a:lnTo>
                <a:lnTo>
                  <a:pt x="257491" y="2107904"/>
                </a:lnTo>
                <a:lnTo>
                  <a:pt x="243732" y="2151813"/>
                </a:lnTo>
                <a:lnTo>
                  <a:pt x="230332" y="2195880"/>
                </a:lnTo>
                <a:lnTo>
                  <a:pt x="217291" y="2240103"/>
                </a:lnTo>
                <a:lnTo>
                  <a:pt x="204612" y="2284479"/>
                </a:lnTo>
                <a:lnTo>
                  <a:pt x="192297" y="2329007"/>
                </a:lnTo>
                <a:lnTo>
                  <a:pt x="180346" y="2373686"/>
                </a:lnTo>
                <a:lnTo>
                  <a:pt x="168762" y="2418513"/>
                </a:lnTo>
                <a:lnTo>
                  <a:pt x="157546" y="2463488"/>
                </a:lnTo>
                <a:lnTo>
                  <a:pt x="146701" y="2508607"/>
                </a:lnTo>
                <a:lnTo>
                  <a:pt x="136227" y="2553871"/>
                </a:lnTo>
                <a:lnTo>
                  <a:pt x="126127" y="2599276"/>
                </a:lnTo>
                <a:lnTo>
                  <a:pt x="116402" y="2644821"/>
                </a:lnTo>
                <a:lnTo>
                  <a:pt x="107054" y="2690505"/>
                </a:lnTo>
                <a:lnTo>
                  <a:pt x="98085" y="2736326"/>
                </a:lnTo>
                <a:lnTo>
                  <a:pt x="89496" y="2782281"/>
                </a:lnTo>
                <a:lnTo>
                  <a:pt x="81289" y="2828370"/>
                </a:lnTo>
                <a:lnTo>
                  <a:pt x="73466" y="2874591"/>
                </a:lnTo>
                <a:lnTo>
                  <a:pt x="66028" y="2920942"/>
                </a:lnTo>
                <a:lnTo>
                  <a:pt x="58977" y="2967421"/>
                </a:lnTo>
                <a:lnTo>
                  <a:pt x="52315" y="3014026"/>
                </a:lnTo>
                <a:lnTo>
                  <a:pt x="46044" y="3060756"/>
                </a:lnTo>
                <a:lnTo>
                  <a:pt x="40165" y="3107610"/>
                </a:lnTo>
                <a:lnTo>
                  <a:pt x="34680" y="3154585"/>
                </a:lnTo>
                <a:lnTo>
                  <a:pt x="29591" y="3201680"/>
                </a:lnTo>
                <a:lnTo>
                  <a:pt x="24899" y="3248892"/>
                </a:lnTo>
                <a:lnTo>
                  <a:pt x="20606" y="3296221"/>
                </a:lnTo>
                <a:lnTo>
                  <a:pt x="16714" y="3343665"/>
                </a:lnTo>
                <a:lnTo>
                  <a:pt x="13224" y="3391222"/>
                </a:lnTo>
                <a:lnTo>
                  <a:pt x="10138" y="3438889"/>
                </a:lnTo>
                <a:lnTo>
                  <a:pt x="7459" y="3486667"/>
                </a:lnTo>
                <a:lnTo>
                  <a:pt x="5187" y="3534552"/>
                </a:lnTo>
                <a:lnTo>
                  <a:pt x="3324" y="3582543"/>
                </a:lnTo>
                <a:lnTo>
                  <a:pt x="1872" y="3630639"/>
                </a:lnTo>
                <a:lnTo>
                  <a:pt x="833" y="3678837"/>
                </a:lnTo>
                <a:lnTo>
                  <a:pt x="208" y="3727137"/>
                </a:lnTo>
                <a:lnTo>
                  <a:pt x="0" y="3775535"/>
                </a:lnTo>
                <a:lnTo>
                  <a:pt x="208" y="3823934"/>
                </a:lnTo>
                <a:lnTo>
                  <a:pt x="833" y="3872233"/>
                </a:lnTo>
                <a:lnTo>
                  <a:pt x="1872" y="3920432"/>
                </a:lnTo>
                <a:lnTo>
                  <a:pt x="3324" y="3968528"/>
                </a:lnTo>
                <a:lnTo>
                  <a:pt x="5187" y="4016519"/>
                </a:lnTo>
                <a:lnTo>
                  <a:pt x="7459" y="4064404"/>
                </a:lnTo>
                <a:lnTo>
                  <a:pt x="10138" y="4112181"/>
                </a:lnTo>
                <a:lnTo>
                  <a:pt x="13224" y="4159849"/>
                </a:lnTo>
                <a:lnTo>
                  <a:pt x="16714" y="4207406"/>
                </a:lnTo>
                <a:lnTo>
                  <a:pt x="20606" y="4254850"/>
                </a:lnTo>
                <a:lnTo>
                  <a:pt x="24899" y="4302179"/>
                </a:lnTo>
                <a:lnTo>
                  <a:pt x="29591" y="4349391"/>
                </a:lnTo>
                <a:lnTo>
                  <a:pt x="34680" y="4396486"/>
                </a:lnTo>
                <a:lnTo>
                  <a:pt x="40165" y="4443461"/>
                </a:lnTo>
                <a:lnTo>
                  <a:pt x="46044" y="4490315"/>
                </a:lnTo>
                <a:lnTo>
                  <a:pt x="52315" y="4537045"/>
                </a:lnTo>
                <a:lnTo>
                  <a:pt x="58977" y="4583650"/>
                </a:lnTo>
                <a:lnTo>
                  <a:pt x="66028" y="4630129"/>
                </a:lnTo>
                <a:lnTo>
                  <a:pt x="73466" y="4676480"/>
                </a:lnTo>
                <a:lnTo>
                  <a:pt x="81289" y="4722701"/>
                </a:lnTo>
                <a:lnTo>
                  <a:pt x="89496" y="4768790"/>
                </a:lnTo>
                <a:lnTo>
                  <a:pt x="98085" y="4814746"/>
                </a:lnTo>
                <a:lnTo>
                  <a:pt x="107054" y="4860566"/>
                </a:lnTo>
                <a:lnTo>
                  <a:pt x="116402" y="4906250"/>
                </a:lnTo>
                <a:lnTo>
                  <a:pt x="126127" y="4951795"/>
                </a:lnTo>
                <a:lnTo>
                  <a:pt x="136227" y="4997201"/>
                </a:lnTo>
                <a:lnTo>
                  <a:pt x="146701" y="5042464"/>
                </a:lnTo>
                <a:lnTo>
                  <a:pt x="157546" y="5087584"/>
                </a:lnTo>
                <a:lnTo>
                  <a:pt x="168762" y="5132558"/>
                </a:lnTo>
                <a:lnTo>
                  <a:pt x="180346" y="5177386"/>
                </a:lnTo>
                <a:lnTo>
                  <a:pt x="192297" y="5222065"/>
                </a:lnTo>
                <a:lnTo>
                  <a:pt x="204612" y="5266593"/>
                </a:lnTo>
                <a:lnTo>
                  <a:pt x="217291" y="5310969"/>
                </a:lnTo>
                <a:lnTo>
                  <a:pt x="230332" y="5355192"/>
                </a:lnTo>
                <a:lnTo>
                  <a:pt x="243732" y="5399259"/>
                </a:lnTo>
                <a:lnTo>
                  <a:pt x="257491" y="5443168"/>
                </a:lnTo>
                <a:lnTo>
                  <a:pt x="271606" y="5486919"/>
                </a:lnTo>
                <a:lnTo>
                  <a:pt x="286076" y="5530509"/>
                </a:lnTo>
                <a:lnTo>
                  <a:pt x="300899" y="5573937"/>
                </a:lnTo>
                <a:lnTo>
                  <a:pt x="316074" y="5617201"/>
                </a:lnTo>
                <a:lnTo>
                  <a:pt x="331598" y="5660299"/>
                </a:lnTo>
                <a:lnTo>
                  <a:pt x="347470" y="5703230"/>
                </a:lnTo>
                <a:lnTo>
                  <a:pt x="363688" y="5745992"/>
                </a:lnTo>
                <a:lnTo>
                  <a:pt x="380251" y="5788582"/>
                </a:lnTo>
                <a:lnTo>
                  <a:pt x="397157" y="5831001"/>
                </a:lnTo>
                <a:lnTo>
                  <a:pt x="414404" y="5873245"/>
                </a:lnTo>
                <a:lnTo>
                  <a:pt x="431990" y="5915313"/>
                </a:lnTo>
                <a:lnTo>
                  <a:pt x="449914" y="5957203"/>
                </a:lnTo>
                <a:lnTo>
                  <a:pt x="468174" y="5998914"/>
                </a:lnTo>
                <a:lnTo>
                  <a:pt x="486769" y="6040444"/>
                </a:lnTo>
                <a:lnTo>
                  <a:pt x="505696" y="6081791"/>
                </a:lnTo>
                <a:lnTo>
                  <a:pt x="524954" y="6122954"/>
                </a:lnTo>
                <a:lnTo>
                  <a:pt x="544541" y="6163931"/>
                </a:lnTo>
                <a:lnTo>
                  <a:pt x="564456" y="6204719"/>
                </a:lnTo>
                <a:lnTo>
                  <a:pt x="584697" y="6245318"/>
                </a:lnTo>
                <a:lnTo>
                  <a:pt x="605262" y="6285726"/>
                </a:lnTo>
                <a:lnTo>
                  <a:pt x="626149" y="6325941"/>
                </a:lnTo>
                <a:lnTo>
                  <a:pt x="647357" y="6365961"/>
                </a:lnTo>
                <a:lnTo>
                  <a:pt x="668884" y="6405785"/>
                </a:lnTo>
                <a:lnTo>
                  <a:pt x="690728" y="6445411"/>
                </a:lnTo>
                <a:lnTo>
                  <a:pt x="712888" y="6484837"/>
                </a:lnTo>
                <a:lnTo>
                  <a:pt x="735362" y="6524061"/>
                </a:lnTo>
                <a:lnTo>
                  <a:pt x="758148" y="6563083"/>
                </a:lnTo>
                <a:lnTo>
                  <a:pt x="781244" y="6601899"/>
                </a:lnTo>
                <a:lnTo>
                  <a:pt x="804649" y="6640509"/>
                </a:lnTo>
                <a:lnTo>
                  <a:pt x="828362" y="6678910"/>
                </a:lnTo>
                <a:lnTo>
                  <a:pt x="852380" y="6717102"/>
                </a:lnTo>
                <a:lnTo>
                  <a:pt x="876701" y="6755081"/>
                </a:lnTo>
                <a:lnTo>
                  <a:pt x="901325" y="6792848"/>
                </a:lnTo>
                <a:lnTo>
                  <a:pt x="926248" y="6830399"/>
                </a:lnTo>
                <a:lnTo>
                  <a:pt x="951471" y="6867733"/>
                </a:lnTo>
                <a:lnTo>
                  <a:pt x="976990" y="6904849"/>
                </a:lnTo>
                <a:lnTo>
                  <a:pt x="1002804" y="6941745"/>
                </a:lnTo>
                <a:lnTo>
                  <a:pt x="1028912" y="6978418"/>
                </a:lnTo>
                <a:lnTo>
                  <a:pt x="1055312" y="7014868"/>
                </a:lnTo>
                <a:lnTo>
                  <a:pt x="1082001" y="7051093"/>
                </a:lnTo>
                <a:lnTo>
                  <a:pt x="1108979" y="7087091"/>
                </a:lnTo>
                <a:lnTo>
                  <a:pt x="1136244" y="7122859"/>
                </a:lnTo>
                <a:lnTo>
                  <a:pt x="1163793" y="7158398"/>
                </a:lnTo>
                <a:lnTo>
                  <a:pt x="1191626" y="7193704"/>
                </a:lnTo>
                <a:lnTo>
                  <a:pt x="1219741" y="7228777"/>
                </a:lnTo>
                <a:lnTo>
                  <a:pt x="1248135" y="7263614"/>
                </a:lnTo>
                <a:lnTo>
                  <a:pt x="1276807" y="7298213"/>
                </a:lnTo>
                <a:lnTo>
                  <a:pt x="1305756" y="7332574"/>
                </a:lnTo>
                <a:lnTo>
                  <a:pt x="1334980" y="7366694"/>
                </a:lnTo>
                <a:lnTo>
                  <a:pt x="1364476" y="7400571"/>
                </a:lnTo>
                <a:lnTo>
                  <a:pt x="1394244" y="7434205"/>
                </a:lnTo>
                <a:lnTo>
                  <a:pt x="1424282" y="7467593"/>
                </a:lnTo>
                <a:lnTo>
                  <a:pt x="1454587" y="7500733"/>
                </a:lnTo>
                <a:lnTo>
                  <a:pt x="1485159" y="7533624"/>
                </a:lnTo>
                <a:lnTo>
                  <a:pt x="1501648" y="7551077"/>
                </a:lnTo>
              </a:path>
            </a:pathLst>
          </a:custGeom>
          <a:ln w="6191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54348" y="302514"/>
            <a:ext cx="11106785" cy="809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0033C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88794" y="2075433"/>
            <a:ext cx="14698980" cy="2585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637369" y="0"/>
            <a:ext cx="4650740" cy="1362075"/>
          </a:xfrm>
          <a:custGeom>
            <a:avLst/>
            <a:gdLst/>
            <a:ahLst/>
            <a:cxnLst/>
            <a:rect l="l" t="t" r="r" b="b"/>
            <a:pathLst>
              <a:path w="4650740" h="1362075">
                <a:moveTo>
                  <a:pt x="0" y="0"/>
                </a:moveTo>
                <a:lnTo>
                  <a:pt x="30777" y="26798"/>
                </a:lnTo>
                <a:lnTo>
                  <a:pt x="64897" y="56022"/>
                </a:lnTo>
                <a:lnTo>
                  <a:pt x="99258" y="84971"/>
                </a:lnTo>
                <a:lnTo>
                  <a:pt x="133857" y="113644"/>
                </a:lnTo>
                <a:lnTo>
                  <a:pt x="168694" y="142039"/>
                </a:lnTo>
                <a:lnTo>
                  <a:pt x="203766" y="170154"/>
                </a:lnTo>
                <a:lnTo>
                  <a:pt x="239072" y="197988"/>
                </a:lnTo>
                <a:lnTo>
                  <a:pt x="274611" y="225538"/>
                </a:lnTo>
                <a:lnTo>
                  <a:pt x="310380" y="252803"/>
                </a:lnTo>
                <a:lnTo>
                  <a:pt x="346377" y="279782"/>
                </a:lnTo>
                <a:lnTo>
                  <a:pt x="382602" y="306472"/>
                </a:lnTo>
                <a:lnTo>
                  <a:pt x="419052" y="332872"/>
                </a:lnTo>
                <a:lnTo>
                  <a:pt x="455725" y="358981"/>
                </a:lnTo>
                <a:lnTo>
                  <a:pt x="492621" y="384796"/>
                </a:lnTo>
                <a:lnTo>
                  <a:pt x="529736" y="410316"/>
                </a:lnTo>
                <a:lnTo>
                  <a:pt x="567071" y="435539"/>
                </a:lnTo>
                <a:lnTo>
                  <a:pt x="604622" y="460463"/>
                </a:lnTo>
                <a:lnTo>
                  <a:pt x="642388" y="485087"/>
                </a:lnTo>
                <a:lnTo>
                  <a:pt x="680368" y="509409"/>
                </a:lnTo>
                <a:lnTo>
                  <a:pt x="718559" y="533428"/>
                </a:lnTo>
                <a:lnTo>
                  <a:pt x="756960" y="557141"/>
                </a:lnTo>
                <a:lnTo>
                  <a:pt x="795570" y="580547"/>
                </a:lnTo>
                <a:lnTo>
                  <a:pt x="834386" y="603644"/>
                </a:lnTo>
                <a:lnTo>
                  <a:pt x="873407" y="626431"/>
                </a:lnTo>
                <a:lnTo>
                  <a:pt x="912632" y="648905"/>
                </a:lnTo>
                <a:lnTo>
                  <a:pt x="952057" y="671066"/>
                </a:lnTo>
                <a:lnTo>
                  <a:pt x="991683" y="692911"/>
                </a:lnTo>
                <a:lnTo>
                  <a:pt x="1031507" y="714438"/>
                </a:lnTo>
                <a:lnTo>
                  <a:pt x="1071527" y="735647"/>
                </a:lnTo>
                <a:lnTo>
                  <a:pt x="1111742" y="756535"/>
                </a:lnTo>
                <a:lnTo>
                  <a:pt x="1152150" y="777100"/>
                </a:lnTo>
                <a:lnTo>
                  <a:pt x="1192749" y="797341"/>
                </a:lnTo>
                <a:lnTo>
                  <a:pt x="1233537" y="817257"/>
                </a:lnTo>
                <a:lnTo>
                  <a:pt x="1274514" y="836845"/>
                </a:lnTo>
                <a:lnTo>
                  <a:pt x="1315676" y="856104"/>
                </a:lnTo>
                <a:lnTo>
                  <a:pt x="1357024" y="875031"/>
                </a:lnTo>
                <a:lnTo>
                  <a:pt x="1398553" y="893627"/>
                </a:lnTo>
                <a:lnTo>
                  <a:pt x="1440264" y="911887"/>
                </a:lnTo>
                <a:lnTo>
                  <a:pt x="1482155" y="929812"/>
                </a:lnTo>
                <a:lnTo>
                  <a:pt x="1524223" y="947399"/>
                </a:lnTo>
                <a:lnTo>
                  <a:pt x="1566467" y="964647"/>
                </a:lnTo>
                <a:lnTo>
                  <a:pt x="1608885" y="981553"/>
                </a:lnTo>
                <a:lnTo>
                  <a:pt x="1651475" y="998116"/>
                </a:lnTo>
                <a:lnTo>
                  <a:pt x="1694237" y="1014335"/>
                </a:lnTo>
                <a:lnTo>
                  <a:pt x="1737168" y="1030208"/>
                </a:lnTo>
                <a:lnTo>
                  <a:pt x="1780266" y="1045733"/>
                </a:lnTo>
                <a:lnTo>
                  <a:pt x="1823529" y="1060908"/>
                </a:lnTo>
                <a:lnTo>
                  <a:pt x="1866957" y="1075731"/>
                </a:lnTo>
                <a:lnTo>
                  <a:pt x="1910547" y="1090202"/>
                </a:lnTo>
                <a:lnTo>
                  <a:pt x="1954298" y="1104318"/>
                </a:lnTo>
                <a:lnTo>
                  <a:pt x="1998208" y="1118077"/>
                </a:lnTo>
                <a:lnTo>
                  <a:pt x="2042275" y="1131478"/>
                </a:lnTo>
                <a:lnTo>
                  <a:pt x="2086497" y="1144519"/>
                </a:lnTo>
                <a:lnTo>
                  <a:pt x="2130873" y="1157198"/>
                </a:lnTo>
                <a:lnTo>
                  <a:pt x="2175402" y="1169515"/>
                </a:lnTo>
                <a:lnTo>
                  <a:pt x="2220081" y="1181466"/>
                </a:lnTo>
                <a:lnTo>
                  <a:pt x="2264908" y="1193050"/>
                </a:lnTo>
                <a:lnTo>
                  <a:pt x="2309882" y="1204266"/>
                </a:lnTo>
                <a:lnTo>
                  <a:pt x="2355002" y="1215112"/>
                </a:lnTo>
                <a:lnTo>
                  <a:pt x="2400265" y="1225586"/>
                </a:lnTo>
                <a:lnTo>
                  <a:pt x="2445671" y="1235687"/>
                </a:lnTo>
                <a:lnTo>
                  <a:pt x="2491216" y="1245412"/>
                </a:lnTo>
                <a:lnTo>
                  <a:pt x="2536900" y="1254761"/>
                </a:lnTo>
                <a:lnTo>
                  <a:pt x="2582720" y="1263730"/>
                </a:lnTo>
                <a:lnTo>
                  <a:pt x="2628676" y="1272320"/>
                </a:lnTo>
                <a:lnTo>
                  <a:pt x="2674765" y="1280527"/>
                </a:lnTo>
                <a:lnTo>
                  <a:pt x="2720986" y="1288351"/>
                </a:lnTo>
                <a:lnTo>
                  <a:pt x="2767336" y="1295789"/>
                </a:lnTo>
                <a:lnTo>
                  <a:pt x="2813815" y="1302840"/>
                </a:lnTo>
                <a:lnTo>
                  <a:pt x="2860421" y="1309502"/>
                </a:lnTo>
                <a:lnTo>
                  <a:pt x="2907151" y="1315774"/>
                </a:lnTo>
                <a:lnTo>
                  <a:pt x="2954005" y="1321653"/>
                </a:lnTo>
                <a:lnTo>
                  <a:pt x="3000980" y="1327138"/>
                </a:lnTo>
                <a:lnTo>
                  <a:pt x="3048074" y="1332228"/>
                </a:lnTo>
                <a:lnTo>
                  <a:pt x="3095287" y="1336920"/>
                </a:lnTo>
                <a:lnTo>
                  <a:pt x="3142616" y="1341213"/>
                </a:lnTo>
                <a:lnTo>
                  <a:pt x="3190060" y="1345106"/>
                </a:lnTo>
                <a:lnTo>
                  <a:pt x="3237616" y="1348596"/>
                </a:lnTo>
                <a:lnTo>
                  <a:pt x="3285284" y="1351681"/>
                </a:lnTo>
                <a:lnTo>
                  <a:pt x="3333061" y="1354361"/>
                </a:lnTo>
                <a:lnTo>
                  <a:pt x="3380947" y="1356633"/>
                </a:lnTo>
                <a:lnTo>
                  <a:pt x="3428938" y="1358496"/>
                </a:lnTo>
                <a:lnTo>
                  <a:pt x="3477034" y="1359948"/>
                </a:lnTo>
                <a:lnTo>
                  <a:pt x="3525232" y="1360987"/>
                </a:lnTo>
                <a:lnTo>
                  <a:pt x="3573531" y="1361612"/>
                </a:lnTo>
                <a:lnTo>
                  <a:pt x="3621930" y="1361821"/>
                </a:lnTo>
                <a:lnTo>
                  <a:pt x="3670329" y="1361612"/>
                </a:lnTo>
                <a:lnTo>
                  <a:pt x="3718628" y="1360987"/>
                </a:lnTo>
                <a:lnTo>
                  <a:pt x="3766827" y="1359948"/>
                </a:lnTo>
                <a:lnTo>
                  <a:pt x="3814922" y="1358496"/>
                </a:lnTo>
                <a:lnTo>
                  <a:pt x="3862914" y="1356633"/>
                </a:lnTo>
                <a:lnTo>
                  <a:pt x="3910799" y="1354361"/>
                </a:lnTo>
                <a:lnTo>
                  <a:pt x="3958576" y="1351681"/>
                </a:lnTo>
                <a:lnTo>
                  <a:pt x="4006244" y="1348596"/>
                </a:lnTo>
                <a:lnTo>
                  <a:pt x="4053801" y="1345106"/>
                </a:lnTo>
                <a:lnTo>
                  <a:pt x="4101244" y="1341213"/>
                </a:lnTo>
                <a:lnTo>
                  <a:pt x="4148573" y="1336920"/>
                </a:lnTo>
                <a:lnTo>
                  <a:pt x="4195786" y="1332228"/>
                </a:lnTo>
                <a:lnTo>
                  <a:pt x="4242881" y="1327138"/>
                </a:lnTo>
                <a:lnTo>
                  <a:pt x="4289856" y="1321653"/>
                </a:lnTo>
                <a:lnTo>
                  <a:pt x="4336709" y="1315774"/>
                </a:lnTo>
                <a:lnTo>
                  <a:pt x="4383439" y="1309502"/>
                </a:lnTo>
                <a:lnTo>
                  <a:pt x="4430045" y="1302840"/>
                </a:lnTo>
                <a:lnTo>
                  <a:pt x="4476524" y="1295789"/>
                </a:lnTo>
                <a:lnTo>
                  <a:pt x="4522874" y="1288351"/>
                </a:lnTo>
                <a:lnTo>
                  <a:pt x="4569095" y="1280527"/>
                </a:lnTo>
                <a:lnTo>
                  <a:pt x="4615184" y="1272320"/>
                </a:lnTo>
                <a:lnTo>
                  <a:pt x="4650630" y="1265695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911513"/>
            <a:ext cx="1028700" cy="6405245"/>
          </a:xfrm>
          <a:custGeom>
            <a:avLst/>
            <a:gdLst/>
            <a:ahLst/>
            <a:cxnLst/>
            <a:rect l="l" t="t" r="r" b="b"/>
            <a:pathLst>
              <a:path w="1028700" h="6405245">
                <a:moveTo>
                  <a:pt x="0" y="6405122"/>
                </a:moveTo>
                <a:lnTo>
                  <a:pt x="25895" y="6368746"/>
                </a:lnTo>
                <a:lnTo>
                  <a:pt x="51709" y="6331851"/>
                </a:lnTo>
                <a:lnTo>
                  <a:pt x="77228" y="6294734"/>
                </a:lnTo>
                <a:lnTo>
                  <a:pt x="102451" y="6257400"/>
                </a:lnTo>
                <a:lnTo>
                  <a:pt x="127374" y="6219848"/>
                </a:lnTo>
                <a:lnTo>
                  <a:pt x="151998" y="6182082"/>
                </a:lnTo>
                <a:lnTo>
                  <a:pt x="176319" y="6144102"/>
                </a:lnTo>
                <a:lnTo>
                  <a:pt x="200337" y="6105910"/>
                </a:lnTo>
                <a:lnTo>
                  <a:pt x="224050" y="6067508"/>
                </a:lnTo>
                <a:lnTo>
                  <a:pt x="247455" y="6028898"/>
                </a:lnTo>
                <a:lnTo>
                  <a:pt x="270551" y="5990082"/>
                </a:lnTo>
                <a:lnTo>
                  <a:pt x="293337" y="5951060"/>
                </a:lnTo>
                <a:lnTo>
                  <a:pt x="315811" y="5911835"/>
                </a:lnTo>
                <a:lnTo>
                  <a:pt x="337971" y="5872409"/>
                </a:lnTo>
                <a:lnTo>
                  <a:pt x="359815" y="5832783"/>
                </a:lnTo>
                <a:lnTo>
                  <a:pt x="381342" y="5792959"/>
                </a:lnTo>
                <a:lnTo>
                  <a:pt x="402550" y="5752939"/>
                </a:lnTo>
                <a:lnTo>
                  <a:pt x="423437" y="5712724"/>
                </a:lnTo>
                <a:lnTo>
                  <a:pt x="444002" y="5672315"/>
                </a:lnTo>
                <a:lnTo>
                  <a:pt x="464243" y="5631716"/>
                </a:lnTo>
                <a:lnTo>
                  <a:pt x="484158" y="5590927"/>
                </a:lnTo>
                <a:lnTo>
                  <a:pt x="503745" y="5549950"/>
                </a:lnTo>
                <a:lnTo>
                  <a:pt x="523003" y="5508787"/>
                </a:lnTo>
                <a:lnTo>
                  <a:pt x="541930" y="5467440"/>
                </a:lnTo>
                <a:lnTo>
                  <a:pt x="560525" y="5425910"/>
                </a:lnTo>
                <a:lnTo>
                  <a:pt x="578785" y="5384198"/>
                </a:lnTo>
                <a:lnTo>
                  <a:pt x="596709" y="5342308"/>
                </a:lnTo>
                <a:lnTo>
                  <a:pt x="614295" y="5300240"/>
                </a:lnTo>
                <a:lnTo>
                  <a:pt x="631542" y="5257995"/>
                </a:lnTo>
                <a:lnTo>
                  <a:pt x="648448" y="5215577"/>
                </a:lnTo>
                <a:lnTo>
                  <a:pt x="665011" y="5172986"/>
                </a:lnTo>
                <a:lnTo>
                  <a:pt x="681229" y="5130224"/>
                </a:lnTo>
                <a:lnTo>
                  <a:pt x="697101" y="5087293"/>
                </a:lnTo>
                <a:lnTo>
                  <a:pt x="712625" y="5044195"/>
                </a:lnTo>
                <a:lnTo>
                  <a:pt x="727800" y="5000931"/>
                </a:lnTo>
                <a:lnTo>
                  <a:pt x="742623" y="4957503"/>
                </a:lnTo>
                <a:lnTo>
                  <a:pt x="757093" y="4913912"/>
                </a:lnTo>
                <a:lnTo>
                  <a:pt x="771208" y="4870161"/>
                </a:lnTo>
                <a:lnTo>
                  <a:pt x="784967" y="4826251"/>
                </a:lnTo>
                <a:lnTo>
                  <a:pt x="798367" y="4782184"/>
                </a:lnTo>
                <a:lnTo>
                  <a:pt x="811408" y="4737961"/>
                </a:lnTo>
                <a:lnTo>
                  <a:pt x="824087" y="4693585"/>
                </a:lnTo>
                <a:lnTo>
                  <a:pt x="836402" y="4649056"/>
                </a:lnTo>
                <a:lnTo>
                  <a:pt x="848353" y="4604377"/>
                </a:lnTo>
                <a:lnTo>
                  <a:pt x="859937" y="4559550"/>
                </a:lnTo>
                <a:lnTo>
                  <a:pt x="871153" y="4514575"/>
                </a:lnTo>
                <a:lnTo>
                  <a:pt x="881998" y="4469455"/>
                </a:lnTo>
                <a:lnTo>
                  <a:pt x="892472" y="4424192"/>
                </a:lnTo>
                <a:lnTo>
                  <a:pt x="902572" y="4378786"/>
                </a:lnTo>
                <a:lnTo>
                  <a:pt x="912297" y="4333241"/>
                </a:lnTo>
                <a:lnTo>
                  <a:pt x="921645" y="4287557"/>
                </a:lnTo>
                <a:lnTo>
                  <a:pt x="930614" y="4241736"/>
                </a:lnTo>
                <a:lnTo>
                  <a:pt x="939203" y="4195780"/>
                </a:lnTo>
                <a:lnTo>
                  <a:pt x="947410" y="4149691"/>
                </a:lnTo>
                <a:lnTo>
                  <a:pt x="955233" y="4103470"/>
                </a:lnTo>
                <a:lnTo>
                  <a:pt x="962671" y="4057119"/>
                </a:lnTo>
                <a:lnTo>
                  <a:pt x="969722" y="4010640"/>
                </a:lnTo>
                <a:lnTo>
                  <a:pt x="976384" y="3964035"/>
                </a:lnTo>
                <a:lnTo>
                  <a:pt x="982655" y="3917304"/>
                </a:lnTo>
                <a:lnTo>
                  <a:pt x="988534" y="3870451"/>
                </a:lnTo>
                <a:lnTo>
                  <a:pt x="994019" y="3823476"/>
                </a:lnTo>
                <a:lnTo>
                  <a:pt x="999108" y="3776381"/>
                </a:lnTo>
                <a:lnTo>
                  <a:pt x="1003800" y="3729168"/>
                </a:lnTo>
                <a:lnTo>
                  <a:pt x="1008093" y="3681839"/>
                </a:lnTo>
                <a:lnTo>
                  <a:pt x="1011985" y="3634395"/>
                </a:lnTo>
                <a:lnTo>
                  <a:pt x="1015475" y="3586839"/>
                </a:lnTo>
                <a:lnTo>
                  <a:pt x="1018561" y="3539171"/>
                </a:lnTo>
                <a:lnTo>
                  <a:pt x="1021240" y="3491393"/>
                </a:lnTo>
                <a:lnTo>
                  <a:pt x="1023512" y="3443508"/>
                </a:lnTo>
                <a:lnTo>
                  <a:pt x="1025375" y="3395517"/>
                </a:lnTo>
                <a:lnTo>
                  <a:pt x="1026827" y="3347421"/>
                </a:lnTo>
                <a:lnTo>
                  <a:pt x="1027866" y="3299223"/>
                </a:lnTo>
                <a:lnTo>
                  <a:pt x="1028491" y="3250923"/>
                </a:lnTo>
                <a:lnTo>
                  <a:pt x="1028700" y="3202524"/>
                </a:lnTo>
                <a:lnTo>
                  <a:pt x="1028491" y="3154128"/>
                </a:lnTo>
                <a:lnTo>
                  <a:pt x="1027866" y="3105830"/>
                </a:lnTo>
                <a:lnTo>
                  <a:pt x="1026827" y="3057634"/>
                </a:lnTo>
                <a:lnTo>
                  <a:pt x="1025375" y="3009540"/>
                </a:lnTo>
                <a:lnTo>
                  <a:pt x="1023512" y="2961551"/>
                </a:lnTo>
                <a:lnTo>
                  <a:pt x="1021240" y="2913667"/>
                </a:lnTo>
                <a:lnTo>
                  <a:pt x="1018561" y="2865892"/>
                </a:lnTo>
                <a:lnTo>
                  <a:pt x="1015475" y="2818225"/>
                </a:lnTo>
                <a:lnTo>
                  <a:pt x="1011985" y="2770671"/>
                </a:lnTo>
                <a:lnTo>
                  <a:pt x="1008093" y="2723229"/>
                </a:lnTo>
                <a:lnTo>
                  <a:pt x="1003800" y="2675901"/>
                </a:lnTo>
                <a:lnTo>
                  <a:pt x="999108" y="2628690"/>
                </a:lnTo>
                <a:lnTo>
                  <a:pt x="994019" y="2581597"/>
                </a:lnTo>
                <a:lnTo>
                  <a:pt x="988534" y="2534623"/>
                </a:lnTo>
                <a:lnTo>
                  <a:pt x="982655" y="2487771"/>
                </a:lnTo>
                <a:lnTo>
                  <a:pt x="976384" y="2441042"/>
                </a:lnTo>
                <a:lnTo>
                  <a:pt x="969722" y="2394438"/>
                </a:lnTo>
                <a:lnTo>
                  <a:pt x="962671" y="2347961"/>
                </a:lnTo>
                <a:lnTo>
                  <a:pt x="955233" y="2301611"/>
                </a:lnTo>
                <a:lnTo>
                  <a:pt x="947410" y="2255392"/>
                </a:lnTo>
                <a:lnTo>
                  <a:pt x="939203" y="2209304"/>
                </a:lnTo>
                <a:lnTo>
                  <a:pt x="930614" y="2163349"/>
                </a:lnTo>
                <a:lnTo>
                  <a:pt x="921645" y="2117530"/>
                </a:lnTo>
                <a:lnTo>
                  <a:pt x="912297" y="2071847"/>
                </a:lnTo>
                <a:lnTo>
                  <a:pt x="902572" y="2026303"/>
                </a:lnTo>
                <a:lnTo>
                  <a:pt x="892472" y="1980899"/>
                </a:lnTo>
                <a:lnTo>
                  <a:pt x="881998" y="1935637"/>
                </a:lnTo>
                <a:lnTo>
                  <a:pt x="871153" y="1890518"/>
                </a:lnTo>
                <a:lnTo>
                  <a:pt x="859937" y="1845544"/>
                </a:lnTo>
                <a:lnTo>
                  <a:pt x="848353" y="1800718"/>
                </a:lnTo>
                <a:lnTo>
                  <a:pt x="836402" y="1756040"/>
                </a:lnTo>
                <a:lnTo>
                  <a:pt x="824087" y="1711513"/>
                </a:lnTo>
                <a:lnTo>
                  <a:pt x="811408" y="1667137"/>
                </a:lnTo>
                <a:lnTo>
                  <a:pt x="798367" y="1622915"/>
                </a:lnTo>
                <a:lnTo>
                  <a:pt x="784967" y="1578849"/>
                </a:lnTo>
                <a:lnTo>
                  <a:pt x="771208" y="1534940"/>
                </a:lnTo>
                <a:lnTo>
                  <a:pt x="757093" y="1491190"/>
                </a:lnTo>
                <a:lnTo>
                  <a:pt x="742623" y="1447601"/>
                </a:lnTo>
                <a:lnTo>
                  <a:pt x="727800" y="1404174"/>
                </a:lnTo>
                <a:lnTo>
                  <a:pt x="712625" y="1360910"/>
                </a:lnTo>
                <a:lnTo>
                  <a:pt x="697101" y="1317813"/>
                </a:lnTo>
                <a:lnTo>
                  <a:pt x="681229" y="1274883"/>
                </a:lnTo>
                <a:lnTo>
                  <a:pt x="665011" y="1232122"/>
                </a:lnTo>
                <a:lnTo>
                  <a:pt x="648448" y="1189531"/>
                </a:lnTo>
                <a:lnTo>
                  <a:pt x="631542" y="1147114"/>
                </a:lnTo>
                <a:lnTo>
                  <a:pt x="614295" y="1104870"/>
                </a:lnTo>
                <a:lnTo>
                  <a:pt x="596709" y="1062803"/>
                </a:lnTo>
                <a:lnTo>
                  <a:pt x="578785" y="1020913"/>
                </a:lnTo>
                <a:lnTo>
                  <a:pt x="560525" y="979202"/>
                </a:lnTo>
                <a:lnTo>
                  <a:pt x="541930" y="937673"/>
                </a:lnTo>
                <a:lnTo>
                  <a:pt x="523003" y="896326"/>
                </a:lnTo>
                <a:lnTo>
                  <a:pt x="503745" y="855163"/>
                </a:lnTo>
                <a:lnTo>
                  <a:pt x="484158" y="814187"/>
                </a:lnTo>
                <a:lnTo>
                  <a:pt x="464243" y="773399"/>
                </a:lnTo>
                <a:lnTo>
                  <a:pt x="444002" y="732800"/>
                </a:lnTo>
                <a:lnTo>
                  <a:pt x="423437" y="692392"/>
                </a:lnTo>
                <a:lnTo>
                  <a:pt x="402550" y="652177"/>
                </a:lnTo>
                <a:lnTo>
                  <a:pt x="381342" y="612157"/>
                </a:lnTo>
                <a:lnTo>
                  <a:pt x="359815" y="572334"/>
                </a:lnTo>
                <a:lnTo>
                  <a:pt x="337971" y="532708"/>
                </a:lnTo>
                <a:lnTo>
                  <a:pt x="315811" y="493282"/>
                </a:lnTo>
                <a:lnTo>
                  <a:pt x="293337" y="454058"/>
                </a:lnTo>
                <a:lnTo>
                  <a:pt x="270551" y="415037"/>
                </a:lnTo>
                <a:lnTo>
                  <a:pt x="247455" y="376221"/>
                </a:lnTo>
                <a:lnTo>
                  <a:pt x="224050" y="337611"/>
                </a:lnTo>
                <a:lnTo>
                  <a:pt x="200337" y="299210"/>
                </a:lnTo>
                <a:lnTo>
                  <a:pt x="176319" y="261018"/>
                </a:lnTo>
                <a:lnTo>
                  <a:pt x="151998" y="223038"/>
                </a:lnTo>
                <a:lnTo>
                  <a:pt x="127374" y="185272"/>
                </a:lnTo>
                <a:lnTo>
                  <a:pt x="102451" y="147721"/>
                </a:lnTo>
                <a:lnTo>
                  <a:pt x="77228" y="110386"/>
                </a:lnTo>
                <a:lnTo>
                  <a:pt x="51709" y="73271"/>
                </a:lnTo>
                <a:lnTo>
                  <a:pt x="25895" y="36375"/>
                </a:lnTo>
                <a:lnTo>
                  <a:pt x="0" y="0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83970" y="384543"/>
            <a:ext cx="4363738" cy="108111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238248" y="1629536"/>
            <a:ext cx="14165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50" dirty="0">
                <a:latin typeface="Cambria"/>
                <a:cs typeface="Cambria"/>
              </a:rPr>
              <a:t>Vel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spc="-55" dirty="0">
                <a:latin typeface="Cambria"/>
                <a:cs typeface="Cambria"/>
              </a:rPr>
              <a:t>Tech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Rangarajan</a:t>
            </a:r>
            <a:r>
              <a:rPr sz="3200" b="1" spc="-105" dirty="0">
                <a:latin typeface="Cambria"/>
                <a:cs typeface="Cambria"/>
              </a:rPr>
              <a:t> </a:t>
            </a:r>
            <a:r>
              <a:rPr sz="3200" b="1" spc="-85" dirty="0">
                <a:latin typeface="Cambria"/>
                <a:cs typeface="Cambria"/>
              </a:rPr>
              <a:t>Dr.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Sagunthala</a:t>
            </a:r>
            <a:r>
              <a:rPr sz="3200" b="1" spc="-8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R&amp;D</a:t>
            </a:r>
            <a:r>
              <a:rPr sz="3200" b="1" spc="-114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Institute</a:t>
            </a:r>
            <a:r>
              <a:rPr sz="3200" b="1" spc="-6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Technology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162545" y="2116912"/>
            <a:ext cx="43218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School</a:t>
            </a:r>
            <a:r>
              <a:rPr sz="3600" spc="-20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dirty="0">
                <a:solidFill>
                  <a:srgbClr val="000000"/>
                </a:solidFill>
                <a:latin typeface="Cambria"/>
                <a:cs typeface="Cambria"/>
              </a:rPr>
              <a:t>of</a:t>
            </a:r>
            <a:r>
              <a:rPr sz="3600" spc="-15" dirty="0">
                <a:solidFill>
                  <a:srgbClr val="000000"/>
                </a:solidFill>
                <a:latin typeface="Cambria"/>
                <a:cs typeface="Cambria"/>
              </a:rPr>
              <a:t> </a:t>
            </a:r>
            <a:r>
              <a:rPr sz="3600" spc="-10" dirty="0">
                <a:solidFill>
                  <a:srgbClr val="000000"/>
                </a:solidFill>
                <a:latin typeface="Cambria"/>
                <a:cs typeface="Cambria"/>
              </a:rPr>
              <a:t>Computing</a:t>
            </a:r>
            <a:endParaRPr sz="3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52877" y="2506705"/>
            <a:ext cx="13880465" cy="4137030"/>
          </a:xfrm>
          <a:prstGeom prst="rect">
            <a:avLst/>
          </a:prstGeom>
        </p:spPr>
        <p:txBody>
          <a:bodyPr vert="horz" wrap="square" lIns="0" tIns="172720" rIns="0" bIns="0" rtlCol="0">
            <a:spAutoFit/>
          </a:bodyPr>
          <a:lstStyle/>
          <a:p>
            <a:pPr marR="133985" algn="ctr">
              <a:lnSpc>
                <a:spcPct val="100000"/>
              </a:lnSpc>
              <a:spcBef>
                <a:spcPts val="1360"/>
              </a:spcBef>
            </a:pPr>
            <a:r>
              <a:rPr sz="3200" b="1" dirty="0">
                <a:latin typeface="Cambria"/>
                <a:cs typeface="Cambria"/>
              </a:rPr>
              <a:t>Department</a:t>
            </a:r>
            <a:r>
              <a:rPr sz="3200" b="1" spc="-9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of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Computer</a:t>
            </a:r>
            <a:r>
              <a:rPr sz="3200" b="1" spc="-75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Science</a:t>
            </a:r>
            <a:r>
              <a:rPr sz="3200" b="1" spc="-70" dirty="0">
                <a:latin typeface="Cambria"/>
                <a:cs typeface="Cambria"/>
              </a:rPr>
              <a:t> </a:t>
            </a:r>
            <a:r>
              <a:rPr sz="3200" b="1" dirty="0">
                <a:latin typeface="Cambria"/>
                <a:cs typeface="Cambria"/>
              </a:rPr>
              <a:t>and</a:t>
            </a:r>
            <a:r>
              <a:rPr sz="3200" b="1" spc="-80" dirty="0">
                <a:latin typeface="Cambria"/>
                <a:cs typeface="Cambria"/>
              </a:rPr>
              <a:t> </a:t>
            </a:r>
            <a:r>
              <a:rPr sz="3200" b="1" spc="-10" dirty="0">
                <a:latin typeface="Cambria"/>
                <a:cs typeface="Cambria"/>
              </a:rPr>
              <a:t>Engineering</a:t>
            </a:r>
            <a:endParaRPr sz="3200" dirty="0">
              <a:latin typeface="Cambria"/>
              <a:cs typeface="Cambria"/>
            </a:endParaRPr>
          </a:p>
          <a:p>
            <a:pPr marR="134620" algn="ctr">
              <a:lnSpc>
                <a:spcPct val="100000"/>
              </a:lnSpc>
              <a:spcBef>
                <a:spcPts val="1090"/>
              </a:spcBef>
            </a:pPr>
            <a:r>
              <a:rPr sz="2800" b="1" spc="220" dirty="0">
                <a:solidFill>
                  <a:srgbClr val="0033CC"/>
                </a:solidFill>
                <a:latin typeface="Cambria"/>
                <a:cs typeface="Cambria"/>
              </a:rPr>
              <a:t>10211CS224</a:t>
            </a:r>
            <a:r>
              <a:rPr sz="2800" b="1" spc="39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/</a:t>
            </a:r>
            <a:r>
              <a:rPr sz="2800" b="1" spc="34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45" dirty="0">
                <a:solidFill>
                  <a:srgbClr val="0033CC"/>
                </a:solidFill>
                <a:latin typeface="Cambria"/>
                <a:cs typeface="Cambria"/>
              </a:rPr>
              <a:t>FULL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305" dirty="0">
                <a:solidFill>
                  <a:srgbClr val="0033CC"/>
                </a:solidFill>
                <a:latin typeface="Cambria"/>
                <a:cs typeface="Cambria"/>
              </a:rPr>
              <a:t>STACK</a:t>
            </a:r>
            <a:r>
              <a:rPr sz="2800" b="1" spc="365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90" dirty="0">
                <a:solidFill>
                  <a:srgbClr val="0033CC"/>
                </a:solidFill>
                <a:latin typeface="Cambria"/>
                <a:cs typeface="Cambria"/>
              </a:rPr>
              <a:t>APPLICATION</a:t>
            </a:r>
            <a:r>
              <a:rPr sz="2800" b="1" spc="38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250" dirty="0">
                <a:solidFill>
                  <a:srgbClr val="0033CC"/>
                </a:solidFill>
                <a:latin typeface="Cambria"/>
                <a:cs typeface="Cambria"/>
              </a:rPr>
              <a:t>DEVELOPMENT</a:t>
            </a:r>
            <a:r>
              <a:rPr sz="2800" b="1" spc="370" dirty="0">
                <a:solidFill>
                  <a:srgbClr val="0033CC"/>
                </a:solidFill>
                <a:latin typeface="Cambria"/>
                <a:cs typeface="Cambria"/>
              </a:rPr>
              <a:t> </a:t>
            </a:r>
            <a:r>
              <a:rPr sz="2800" b="1" spc="145" dirty="0">
                <a:solidFill>
                  <a:srgbClr val="0033CC"/>
                </a:solidFill>
                <a:latin typeface="Cambria"/>
                <a:cs typeface="Cambria"/>
              </a:rPr>
              <a:t>(JAVA)</a:t>
            </a:r>
            <a:endParaRPr sz="2800" dirty="0">
              <a:latin typeface="Cambria"/>
              <a:cs typeface="Cambria"/>
            </a:endParaRPr>
          </a:p>
          <a:p>
            <a:pPr marR="132080" algn="ctr">
              <a:lnSpc>
                <a:spcPct val="100000"/>
              </a:lnSpc>
              <a:spcBef>
                <a:spcPts val="157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REVIEW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3600" b="1" spc="-3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MILESTONE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PROJECT</a:t>
            </a:r>
            <a:r>
              <a:rPr sz="3600" b="1" spc="-40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3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-50" dirty="0">
                <a:solidFill>
                  <a:srgbClr val="C00000"/>
                </a:solidFill>
                <a:latin typeface="Arial"/>
                <a:cs typeface="Arial"/>
              </a:rPr>
              <a:t>1</a:t>
            </a:r>
            <a:endParaRPr sz="3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3600" dirty="0">
              <a:latin typeface="Arial"/>
              <a:cs typeface="Arial"/>
            </a:endParaRPr>
          </a:p>
          <a:p>
            <a:pPr marR="132080" algn="ctr">
              <a:lnSpc>
                <a:spcPct val="100000"/>
              </a:lnSpc>
              <a:spcBef>
                <a:spcPts val="5"/>
              </a:spcBef>
            </a:pPr>
            <a:r>
              <a:rPr sz="3600" b="1" dirty="0">
                <a:solidFill>
                  <a:srgbClr val="C00000"/>
                </a:solidFill>
                <a:latin typeface="Arial"/>
                <a:cs typeface="Arial"/>
              </a:rPr>
              <a:t>Date:</a:t>
            </a:r>
            <a:r>
              <a:rPr sz="3600" b="1" spc="-1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lang="en-IN" sz="3600" b="1" spc="-15" dirty="0">
                <a:solidFill>
                  <a:srgbClr val="C00000"/>
                </a:solidFill>
                <a:latin typeface="Arial"/>
                <a:cs typeface="Arial"/>
              </a:rPr>
              <a:t>22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3600" b="1" spc="-10" dirty="0">
                <a:solidFill>
                  <a:srgbClr val="C00000"/>
                </a:solidFill>
                <a:latin typeface="Arial"/>
                <a:cs typeface="Arial"/>
              </a:rPr>
              <a:t>04-</a:t>
            </a:r>
            <a:r>
              <a:rPr sz="3600" b="1" spc="-20" dirty="0">
                <a:solidFill>
                  <a:srgbClr val="C00000"/>
                </a:solidFill>
                <a:latin typeface="Arial"/>
                <a:cs typeface="Arial"/>
              </a:rPr>
              <a:t>2026</a:t>
            </a:r>
            <a:endParaRPr sz="36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40"/>
              </a:spcBef>
            </a:pP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React</a:t>
            </a:r>
            <a:r>
              <a:rPr sz="3200" b="1" spc="-3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JS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Based</a:t>
            </a:r>
            <a:r>
              <a:rPr sz="3200" b="1" spc="-7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Ticket</a:t>
            </a:r>
            <a:r>
              <a:rPr sz="3200" b="1" spc="-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Booking</a:t>
            </a:r>
            <a:r>
              <a:rPr sz="3200" b="1" spc="-11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lang="en-IN" sz="3200" b="1" spc="-75" dirty="0">
                <a:solidFill>
                  <a:srgbClr val="0033CC"/>
                </a:solidFill>
                <a:latin typeface="Times New Roman"/>
                <a:cs typeface="Times New Roman"/>
              </a:rPr>
              <a:t>Web</a:t>
            </a:r>
            <a:r>
              <a:rPr lang="en-IN" sz="3200" b="1" spc="-18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lang="en-IN"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Application</a:t>
            </a:r>
            <a:r>
              <a:rPr lang="en-IN" sz="3200" b="1" spc="-4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for</a:t>
            </a:r>
            <a:r>
              <a:rPr sz="3200" b="1" spc="-8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Internal</a:t>
            </a:r>
            <a:r>
              <a:rPr sz="3200" b="1" spc="-2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dirty="0">
                <a:solidFill>
                  <a:srgbClr val="0033CC"/>
                </a:solidFill>
                <a:latin typeface="Times New Roman"/>
                <a:cs typeface="Times New Roman"/>
              </a:rPr>
              <a:t>Department</a:t>
            </a:r>
            <a:r>
              <a:rPr sz="3200" b="1" spc="-4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z="3200" b="1" spc="-20" dirty="0">
                <a:solidFill>
                  <a:srgbClr val="0033CC"/>
                </a:solidFill>
                <a:latin typeface="Times New Roman"/>
                <a:cs typeface="Times New Roman"/>
              </a:rPr>
              <a:t>Event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2718" y="7739786"/>
            <a:ext cx="8395335" cy="1398270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Presented</a:t>
            </a:r>
            <a:r>
              <a:rPr sz="3000" b="1" spc="-140" dirty="0">
                <a:latin typeface="Cambria"/>
                <a:cs typeface="Cambria"/>
              </a:rPr>
              <a:t> </a:t>
            </a:r>
            <a:r>
              <a:rPr sz="3000" b="1" spc="-25" dirty="0">
                <a:latin typeface="Cambria"/>
                <a:cs typeface="Cambria"/>
              </a:rPr>
              <a:t>By: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5"/>
              </a:spcBef>
            </a:pPr>
            <a:r>
              <a:rPr lang="en-IN" sz="3000" spc="-10" dirty="0" err="1">
                <a:latin typeface="Cambria"/>
                <a:cs typeface="Cambria"/>
              </a:rPr>
              <a:t>CH.Venkata</a:t>
            </a:r>
            <a:r>
              <a:rPr lang="en-IN" sz="3000" spc="-10" dirty="0">
                <a:latin typeface="Cambria"/>
                <a:cs typeface="Cambria"/>
              </a:rPr>
              <a:t> Susmitha </a:t>
            </a:r>
            <a:r>
              <a:rPr sz="3000" spc="-10" dirty="0">
                <a:latin typeface="Cambria"/>
                <a:cs typeface="Cambria"/>
              </a:rPr>
              <a:t>–</a:t>
            </a:r>
            <a:r>
              <a:rPr sz="3000" spc="-6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VTU2</a:t>
            </a:r>
            <a:r>
              <a:rPr lang="en-IN" sz="3000" dirty="0">
                <a:latin typeface="Cambria"/>
                <a:cs typeface="Cambria"/>
              </a:rPr>
              <a:t>6480</a:t>
            </a:r>
            <a:r>
              <a:rPr sz="3000" spc="-30" dirty="0">
                <a:latin typeface="Cambria"/>
                <a:cs typeface="Cambria"/>
              </a:rPr>
              <a:t> </a:t>
            </a:r>
            <a:r>
              <a:rPr sz="3000" dirty="0">
                <a:latin typeface="Cambria"/>
                <a:cs typeface="Cambria"/>
              </a:rPr>
              <a:t>–</a:t>
            </a:r>
            <a:r>
              <a:rPr sz="3000" spc="-70" dirty="0">
                <a:latin typeface="Cambria"/>
                <a:cs typeface="Cambria"/>
              </a:rPr>
              <a:t> </a:t>
            </a:r>
            <a:r>
              <a:rPr sz="3000" spc="-10" dirty="0">
                <a:latin typeface="Cambria"/>
                <a:cs typeface="Cambria"/>
              </a:rPr>
              <a:t>23UECS0</a:t>
            </a:r>
            <a:r>
              <a:rPr lang="en-IN" sz="3000" spc="-10" dirty="0">
                <a:latin typeface="Cambria"/>
                <a:cs typeface="Cambria"/>
              </a:rPr>
              <a:t>135</a:t>
            </a:r>
            <a:r>
              <a:rPr sz="3000" spc="-10" dirty="0">
                <a:latin typeface="Cambria"/>
                <a:cs typeface="Cambria"/>
              </a:rPr>
              <a:t>.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24743" y="7758379"/>
            <a:ext cx="4551045" cy="1397635"/>
          </a:xfrm>
          <a:prstGeom prst="rect">
            <a:avLst/>
          </a:prstGeom>
        </p:spPr>
        <p:txBody>
          <a:bodyPr vert="horz" wrap="square" lIns="0" tIns="241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0"/>
              </a:spcBef>
            </a:pPr>
            <a:r>
              <a:rPr sz="3000" b="1" dirty="0">
                <a:latin typeface="Cambria"/>
                <a:cs typeface="Cambria"/>
              </a:rPr>
              <a:t>Courses</a:t>
            </a:r>
            <a:r>
              <a:rPr sz="3000" b="1" spc="-40" dirty="0">
                <a:latin typeface="Cambria"/>
                <a:cs typeface="Cambria"/>
              </a:rPr>
              <a:t> </a:t>
            </a:r>
            <a:r>
              <a:rPr sz="3000" b="1" dirty="0">
                <a:latin typeface="Cambria"/>
                <a:cs typeface="Cambria"/>
              </a:rPr>
              <a:t>Handling</a:t>
            </a:r>
            <a:r>
              <a:rPr sz="3000" b="1" spc="-55" dirty="0">
                <a:latin typeface="Cambria"/>
                <a:cs typeface="Cambria"/>
              </a:rPr>
              <a:t> </a:t>
            </a:r>
            <a:r>
              <a:rPr sz="3000" b="1" spc="-10" dirty="0">
                <a:latin typeface="Cambria"/>
                <a:cs typeface="Cambria"/>
              </a:rPr>
              <a:t>Faculty:</a:t>
            </a:r>
            <a:endParaRPr sz="3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3000" spc="-45" dirty="0">
                <a:latin typeface="Cambria"/>
                <a:cs typeface="Cambria"/>
              </a:rPr>
              <a:t> </a:t>
            </a:r>
            <a:r>
              <a:rPr lang="en-IN" sz="3000" spc="-45" dirty="0" err="1">
                <a:latin typeface="Cambria"/>
                <a:cs typeface="Cambria"/>
              </a:rPr>
              <a:t>Dr.M.Mageshwari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88794" y="6998284"/>
            <a:ext cx="93256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mbria"/>
                <a:cs typeface="Cambria"/>
              </a:rPr>
              <a:t>SDG:</a:t>
            </a:r>
            <a:r>
              <a:rPr sz="2000" b="1" spc="-4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4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2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Quality</a:t>
            </a:r>
            <a:r>
              <a:rPr sz="2000" b="1" spc="-30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Education</a:t>
            </a:r>
            <a:r>
              <a:rPr sz="2000" b="1" spc="-3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|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SDG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9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–</a:t>
            </a:r>
            <a:r>
              <a:rPr sz="2000" b="1" spc="-20" dirty="0">
                <a:latin typeface="Cambria"/>
                <a:cs typeface="Cambria"/>
              </a:rPr>
              <a:t> Industry,</a:t>
            </a:r>
            <a:r>
              <a:rPr sz="2000" b="1" spc="-4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Innovation</a:t>
            </a:r>
            <a:r>
              <a:rPr sz="2000" b="1" spc="-25" dirty="0">
                <a:latin typeface="Cambria"/>
                <a:cs typeface="Cambria"/>
              </a:rPr>
              <a:t> </a:t>
            </a:r>
            <a:r>
              <a:rPr sz="2000" b="1" dirty="0">
                <a:latin typeface="Cambria"/>
                <a:cs typeface="Cambria"/>
              </a:rPr>
              <a:t>and</a:t>
            </a:r>
            <a:r>
              <a:rPr sz="2000" b="1" spc="-15" dirty="0">
                <a:latin typeface="Cambria"/>
                <a:cs typeface="Cambria"/>
              </a:rPr>
              <a:t> </a:t>
            </a:r>
            <a:r>
              <a:rPr sz="2000" b="1" spc="-10" dirty="0">
                <a:latin typeface="Cambria"/>
                <a:cs typeface="Cambria"/>
              </a:rPr>
              <a:t>Infrastructure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6081" y="195224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5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17" y="990106"/>
                </a:lnTo>
                <a:lnTo>
                  <a:pt x="590522" y="983432"/>
                </a:lnTo>
                <a:lnTo>
                  <a:pt x="635532" y="972561"/>
                </a:lnTo>
                <a:lnTo>
                  <a:pt x="678841" y="957702"/>
                </a:lnTo>
                <a:lnTo>
                  <a:pt x="720240" y="939063"/>
                </a:lnTo>
                <a:lnTo>
                  <a:pt x="759521" y="916852"/>
                </a:lnTo>
                <a:lnTo>
                  <a:pt x="796477" y="891276"/>
                </a:lnTo>
                <a:lnTo>
                  <a:pt x="830899" y="862543"/>
                </a:lnTo>
                <a:lnTo>
                  <a:pt x="862581" y="830861"/>
                </a:lnTo>
                <a:lnTo>
                  <a:pt x="891314" y="796439"/>
                </a:lnTo>
                <a:lnTo>
                  <a:pt x="916890" y="759483"/>
                </a:lnTo>
                <a:lnTo>
                  <a:pt x="939101" y="720202"/>
                </a:lnTo>
                <a:lnTo>
                  <a:pt x="957740" y="678803"/>
                </a:lnTo>
                <a:lnTo>
                  <a:pt x="972599" y="635494"/>
                </a:lnTo>
                <a:lnTo>
                  <a:pt x="983470" y="590484"/>
                </a:lnTo>
                <a:lnTo>
                  <a:pt x="990144" y="543979"/>
                </a:lnTo>
                <a:lnTo>
                  <a:pt x="992416" y="496188"/>
                </a:lnTo>
                <a:lnTo>
                  <a:pt x="990144" y="448398"/>
                </a:lnTo>
                <a:lnTo>
                  <a:pt x="983470" y="401893"/>
                </a:lnTo>
                <a:lnTo>
                  <a:pt x="972599" y="356883"/>
                </a:lnTo>
                <a:lnTo>
                  <a:pt x="957740" y="313574"/>
                </a:lnTo>
                <a:lnTo>
                  <a:pt x="939101" y="272175"/>
                </a:lnTo>
                <a:lnTo>
                  <a:pt x="916890" y="232894"/>
                </a:lnTo>
                <a:lnTo>
                  <a:pt x="891314" y="195938"/>
                </a:lnTo>
                <a:lnTo>
                  <a:pt x="862581" y="161516"/>
                </a:lnTo>
                <a:lnTo>
                  <a:pt x="830899" y="129834"/>
                </a:lnTo>
                <a:lnTo>
                  <a:pt x="796477" y="101101"/>
                </a:lnTo>
                <a:lnTo>
                  <a:pt x="759521" y="75525"/>
                </a:lnTo>
                <a:lnTo>
                  <a:pt x="720240" y="53314"/>
                </a:lnTo>
                <a:lnTo>
                  <a:pt x="678841" y="34675"/>
                </a:lnTo>
                <a:lnTo>
                  <a:pt x="635532" y="19816"/>
                </a:lnTo>
                <a:lnTo>
                  <a:pt x="590522" y="8945"/>
                </a:lnTo>
                <a:lnTo>
                  <a:pt x="544017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27556" y="2198878"/>
            <a:ext cx="14859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570" dirty="0">
                <a:solidFill>
                  <a:srgbClr val="FFFDFD"/>
                </a:solidFill>
                <a:latin typeface="Tahoma"/>
                <a:cs typeface="Tahoma"/>
              </a:rPr>
              <a:t>1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48232" y="444728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6583" y="4570221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8232" y="308610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1" y="539431"/>
                </a:lnTo>
                <a:lnTo>
                  <a:pt x="342743" y="526796"/>
                </a:lnTo>
                <a:lnTo>
                  <a:pt x="382332" y="506678"/>
                </a:lnTo>
                <a:lnTo>
                  <a:pt x="417800" y="479846"/>
                </a:lnTo>
                <a:lnTo>
                  <a:pt x="448430" y="447070"/>
                </a:lnTo>
                <a:lnTo>
                  <a:pt x="473503" y="409118"/>
                </a:lnTo>
                <a:lnTo>
                  <a:pt x="492302" y="366761"/>
                </a:lnTo>
                <a:lnTo>
                  <a:pt x="504108" y="320767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24203" y="3208477"/>
            <a:ext cx="155575" cy="285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48232" y="511581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2680" y="5238750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48232" y="37764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1" y="539431"/>
                </a:lnTo>
                <a:lnTo>
                  <a:pt x="342743" y="526796"/>
                </a:lnTo>
                <a:lnTo>
                  <a:pt x="382332" y="506678"/>
                </a:lnTo>
                <a:lnTo>
                  <a:pt x="417800" y="479846"/>
                </a:lnTo>
                <a:lnTo>
                  <a:pt x="448430" y="447070"/>
                </a:lnTo>
                <a:lnTo>
                  <a:pt x="473503" y="409118"/>
                </a:lnTo>
                <a:lnTo>
                  <a:pt x="492302" y="366761"/>
                </a:lnTo>
                <a:lnTo>
                  <a:pt x="504108" y="320767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2680" y="3899407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48232" y="64557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80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7"/>
                </a:lnTo>
                <a:lnTo>
                  <a:pt x="299751" y="539308"/>
                </a:lnTo>
                <a:lnTo>
                  <a:pt x="342743" y="526683"/>
                </a:lnTo>
                <a:lnTo>
                  <a:pt x="382332" y="506579"/>
                </a:lnTo>
                <a:lnTo>
                  <a:pt x="417800" y="479761"/>
                </a:lnTo>
                <a:lnTo>
                  <a:pt x="448430" y="446995"/>
                </a:lnTo>
                <a:lnTo>
                  <a:pt x="473503" y="409048"/>
                </a:lnTo>
                <a:lnTo>
                  <a:pt x="492302" y="366685"/>
                </a:lnTo>
                <a:lnTo>
                  <a:pt x="504108" y="320674"/>
                </a:lnTo>
                <a:lnTo>
                  <a:pt x="508203" y="271780"/>
                </a:lnTo>
                <a:lnTo>
                  <a:pt x="504108" y="222923"/>
                </a:lnTo>
                <a:lnTo>
                  <a:pt x="492302" y="176941"/>
                </a:lnTo>
                <a:lnTo>
                  <a:pt x="473503" y="134601"/>
                </a:lnTo>
                <a:lnTo>
                  <a:pt x="448430" y="96669"/>
                </a:lnTo>
                <a:lnTo>
                  <a:pt x="417800" y="63914"/>
                </a:lnTo>
                <a:lnTo>
                  <a:pt x="382332" y="37102"/>
                </a:lnTo>
                <a:lnTo>
                  <a:pt x="342743" y="17001"/>
                </a:lnTo>
                <a:lnTo>
                  <a:pt x="299751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48232" y="578485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48232" y="712330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7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48232" y="77909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1" y="539435"/>
                </a:lnTo>
                <a:lnTo>
                  <a:pt x="342743" y="526810"/>
                </a:lnTo>
                <a:lnTo>
                  <a:pt x="382332" y="506706"/>
                </a:lnTo>
                <a:lnTo>
                  <a:pt x="417800" y="479888"/>
                </a:lnTo>
                <a:lnTo>
                  <a:pt x="448430" y="447122"/>
                </a:lnTo>
                <a:lnTo>
                  <a:pt x="473503" y="409175"/>
                </a:lnTo>
                <a:lnTo>
                  <a:pt x="492302" y="366812"/>
                </a:lnTo>
                <a:lnTo>
                  <a:pt x="504108" y="320801"/>
                </a:lnTo>
                <a:lnTo>
                  <a:pt x="508203" y="271906"/>
                </a:lnTo>
                <a:lnTo>
                  <a:pt x="504108" y="223046"/>
                </a:lnTo>
                <a:lnTo>
                  <a:pt x="492302" y="177052"/>
                </a:lnTo>
                <a:lnTo>
                  <a:pt x="473503" y="134695"/>
                </a:lnTo>
                <a:lnTo>
                  <a:pt x="448430" y="96743"/>
                </a:lnTo>
                <a:lnTo>
                  <a:pt x="417800" y="63967"/>
                </a:lnTo>
                <a:lnTo>
                  <a:pt x="382332" y="37135"/>
                </a:lnTo>
                <a:lnTo>
                  <a:pt x="342743" y="17017"/>
                </a:lnTo>
                <a:lnTo>
                  <a:pt x="299751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19632" y="5908039"/>
            <a:ext cx="165735" cy="2291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2270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288794" y="1648714"/>
            <a:ext cx="1480820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department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usually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manual,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causing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errors,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overbooking,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user </a:t>
            </a:r>
            <a:r>
              <a:rPr sz="2800" spc="-10" dirty="0">
                <a:latin typeface="Calibri"/>
                <a:cs typeface="Calibri"/>
              </a:rPr>
              <a:t>experience.</a:t>
            </a:r>
            <a:endParaRPr sz="2800">
              <a:latin typeface="Calibri"/>
              <a:cs typeface="Calibri"/>
            </a:endParaRPr>
          </a:p>
          <a:p>
            <a:pPr marL="469900" marR="1610995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digital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students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faculty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tickets conveniently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online.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This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project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builds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Internal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Department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Booking.</a:t>
            </a:r>
            <a:endParaRPr sz="2800">
              <a:latin typeface="Calibri"/>
              <a:cs typeface="Calibri"/>
            </a:endParaRPr>
          </a:p>
          <a:p>
            <a:pPr marL="469900" marR="449580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availability,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online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validation,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instant </a:t>
            </a:r>
            <a:r>
              <a:rPr sz="2800" dirty="0">
                <a:latin typeface="Calibri"/>
                <a:cs typeface="Calibri"/>
              </a:rPr>
              <a:t>booking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confirmation.</a:t>
            </a:r>
            <a:endParaRPr sz="2800">
              <a:latin typeface="Calibri"/>
              <a:cs typeface="Calibri"/>
            </a:endParaRPr>
          </a:p>
          <a:p>
            <a:pPr marL="469900" marR="1243330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Core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concepts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functional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components,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JSX,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useState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hook,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handling,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conditional</a:t>
            </a:r>
            <a:r>
              <a:rPr sz="2800" spc="-1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rendering.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09358" y="2648076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6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6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089761" y="2894533"/>
            <a:ext cx="23114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2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1509" y="37625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25727" y="3885438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122680" y="5883020"/>
            <a:ext cx="165735" cy="2286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  <a:spcBef>
                <a:spcPts val="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06565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20" dirty="0"/>
              <a:t> </a:t>
            </a:r>
            <a:r>
              <a:rPr spc="-75" dirty="0"/>
              <a:t>STATEMENT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288794" y="2075433"/>
            <a:ext cx="14798040" cy="3866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1623060" indent="-457200">
              <a:lnSpc>
                <a:spcPct val="100000"/>
              </a:lnSpc>
              <a:spcBef>
                <a:spcPts val="95"/>
              </a:spcBef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Manual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booking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department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causes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overbooking,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errors,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user </a:t>
            </a:r>
            <a:r>
              <a:rPr sz="2800" spc="-10" dirty="0">
                <a:latin typeface="Calibri"/>
                <a:cs typeface="Calibri"/>
              </a:rPr>
              <a:t>experience.</a:t>
            </a:r>
            <a:endParaRPr sz="2800">
              <a:latin typeface="Calibri"/>
              <a:cs typeface="Calibri"/>
            </a:endParaRPr>
          </a:p>
          <a:p>
            <a:pPr marL="469900" marR="749300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centralized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platform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students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faculty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view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tickets online.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Without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digital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system,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tracked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time,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confusion.</a:t>
            </a:r>
            <a:endParaRPr sz="2800">
              <a:latin typeface="Calibri"/>
              <a:cs typeface="Calibri"/>
            </a:endParaRPr>
          </a:p>
          <a:p>
            <a:pPr marL="469900" marR="581025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validated,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web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needed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streamline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booking process.</a:t>
            </a:r>
            <a:endParaRPr sz="2800">
              <a:latin typeface="Calibri"/>
              <a:cs typeface="Calibri"/>
            </a:endParaRPr>
          </a:p>
          <a:p>
            <a:pPr marL="469900" marR="186690" indent="-457200">
              <a:lnSpc>
                <a:spcPct val="100000"/>
              </a:lnSpc>
              <a:spcBef>
                <a:spcPts val="5"/>
              </a:spcBef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validation,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prevent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overbooking,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confirmation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user.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315715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7"/>
                </a:lnTo>
                <a:lnTo>
                  <a:pt x="313612" y="34693"/>
                </a:lnTo>
                <a:lnTo>
                  <a:pt x="272211" y="53341"/>
                </a:lnTo>
                <a:lnTo>
                  <a:pt x="232927" y="75562"/>
                </a:lnTo>
                <a:lnTo>
                  <a:pt x="195968" y="101148"/>
                </a:lnTo>
                <a:lnTo>
                  <a:pt x="161541" y="129892"/>
                </a:lnTo>
                <a:lnTo>
                  <a:pt x="129856" y="161585"/>
                </a:lnTo>
                <a:lnTo>
                  <a:pt x="101119" y="196018"/>
                </a:lnTo>
                <a:lnTo>
                  <a:pt x="75539" y="232985"/>
                </a:lnTo>
                <a:lnTo>
                  <a:pt x="53324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4" y="720329"/>
                </a:lnTo>
                <a:lnTo>
                  <a:pt x="75539" y="759610"/>
                </a:lnTo>
                <a:lnTo>
                  <a:pt x="101119" y="796566"/>
                </a:lnTo>
                <a:lnTo>
                  <a:pt x="129856" y="830988"/>
                </a:lnTo>
                <a:lnTo>
                  <a:pt x="161541" y="862670"/>
                </a:lnTo>
                <a:lnTo>
                  <a:pt x="195968" y="891403"/>
                </a:lnTo>
                <a:lnTo>
                  <a:pt x="232927" y="916979"/>
                </a:lnTo>
                <a:lnTo>
                  <a:pt x="272211" y="939190"/>
                </a:lnTo>
                <a:lnTo>
                  <a:pt x="313612" y="957829"/>
                </a:lnTo>
                <a:lnTo>
                  <a:pt x="356922" y="972688"/>
                </a:lnTo>
                <a:lnTo>
                  <a:pt x="401933" y="983559"/>
                </a:lnTo>
                <a:lnTo>
                  <a:pt x="448437" y="990233"/>
                </a:lnTo>
                <a:lnTo>
                  <a:pt x="496227" y="992504"/>
                </a:lnTo>
                <a:lnTo>
                  <a:pt x="544022" y="990233"/>
                </a:lnTo>
                <a:lnTo>
                  <a:pt x="590530" y="983559"/>
                </a:lnTo>
                <a:lnTo>
                  <a:pt x="635544" y="972688"/>
                </a:lnTo>
                <a:lnTo>
                  <a:pt x="678855" y="957829"/>
                </a:lnTo>
                <a:lnTo>
                  <a:pt x="720256" y="939190"/>
                </a:lnTo>
                <a:lnTo>
                  <a:pt x="759539" y="916979"/>
                </a:lnTo>
                <a:lnTo>
                  <a:pt x="796497" y="891403"/>
                </a:lnTo>
                <a:lnTo>
                  <a:pt x="830921" y="862670"/>
                </a:lnTo>
                <a:lnTo>
                  <a:pt x="862604" y="830988"/>
                </a:lnTo>
                <a:lnTo>
                  <a:pt x="891337" y="796566"/>
                </a:lnTo>
                <a:lnTo>
                  <a:pt x="916914" y="759610"/>
                </a:lnTo>
                <a:lnTo>
                  <a:pt x="939126" y="720329"/>
                </a:lnTo>
                <a:lnTo>
                  <a:pt x="957765" y="678930"/>
                </a:lnTo>
                <a:lnTo>
                  <a:pt x="972624" y="635621"/>
                </a:lnTo>
                <a:lnTo>
                  <a:pt x="983495" y="590611"/>
                </a:lnTo>
                <a:lnTo>
                  <a:pt x="990170" y="544106"/>
                </a:lnTo>
                <a:lnTo>
                  <a:pt x="992441" y="496315"/>
                </a:lnTo>
                <a:lnTo>
                  <a:pt x="990170" y="448523"/>
                </a:lnTo>
                <a:lnTo>
                  <a:pt x="983495" y="402015"/>
                </a:lnTo>
                <a:lnTo>
                  <a:pt x="972624" y="356999"/>
                </a:lnTo>
                <a:lnTo>
                  <a:pt x="957765" y="313683"/>
                </a:lnTo>
                <a:lnTo>
                  <a:pt x="939126" y="272276"/>
                </a:lnTo>
                <a:lnTo>
                  <a:pt x="916914" y="232985"/>
                </a:lnTo>
                <a:lnTo>
                  <a:pt x="891337" y="196018"/>
                </a:lnTo>
                <a:lnTo>
                  <a:pt x="862604" y="161585"/>
                </a:lnTo>
                <a:lnTo>
                  <a:pt x="830921" y="129892"/>
                </a:lnTo>
                <a:lnTo>
                  <a:pt x="796497" y="101148"/>
                </a:lnTo>
                <a:lnTo>
                  <a:pt x="759539" y="75562"/>
                </a:lnTo>
                <a:lnTo>
                  <a:pt x="720256" y="53341"/>
                </a:lnTo>
                <a:lnTo>
                  <a:pt x="678855" y="34693"/>
                </a:lnTo>
                <a:lnTo>
                  <a:pt x="635544" y="19827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3562603"/>
            <a:ext cx="2362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3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442823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19632" y="4551426"/>
            <a:ext cx="1708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217032"/>
            <a:ext cx="165735" cy="2952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4175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OBJECTIVE(S)</a:t>
            </a:r>
          </a:p>
        </p:txBody>
      </p:sp>
      <p:sp>
        <p:nvSpPr>
          <p:cNvPr id="17" name="object 17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414020" indent="-457200">
              <a:lnSpc>
                <a:spcPct val="100000"/>
              </a:lnSpc>
              <a:spcBef>
                <a:spcPts val="95"/>
              </a:spcBef>
              <a:buChar char="-"/>
              <a:tabLst>
                <a:tab pos="469900" algn="l"/>
              </a:tabLst>
            </a:pPr>
            <a:r>
              <a:rPr spc="-114" dirty="0"/>
              <a:t>To</a:t>
            </a:r>
            <a:r>
              <a:rPr spc="-45" dirty="0"/>
              <a:t> </a:t>
            </a:r>
            <a:r>
              <a:rPr dirty="0"/>
              <a:t>design</a:t>
            </a:r>
            <a:r>
              <a:rPr spc="-95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develop</a:t>
            </a:r>
            <a:r>
              <a:rPr spc="-70" dirty="0"/>
              <a:t> </a:t>
            </a:r>
            <a:r>
              <a:rPr dirty="0"/>
              <a:t>a</a:t>
            </a:r>
            <a:r>
              <a:rPr spc="-75" dirty="0"/>
              <a:t> </a:t>
            </a:r>
            <a:r>
              <a:rPr dirty="0"/>
              <a:t>React</a:t>
            </a:r>
            <a:r>
              <a:rPr spc="-80" dirty="0"/>
              <a:t> </a:t>
            </a:r>
            <a:r>
              <a:rPr dirty="0"/>
              <a:t>JS</a:t>
            </a:r>
            <a:r>
              <a:rPr spc="-75" dirty="0"/>
              <a:t> </a:t>
            </a:r>
            <a:r>
              <a:rPr dirty="0"/>
              <a:t>based</a:t>
            </a:r>
            <a:r>
              <a:rPr spc="-55" dirty="0"/>
              <a:t> </a:t>
            </a:r>
            <a:r>
              <a:rPr dirty="0"/>
              <a:t>web</a:t>
            </a:r>
            <a:r>
              <a:rPr spc="-80" dirty="0"/>
              <a:t> </a:t>
            </a:r>
            <a:r>
              <a:rPr spc="-10" dirty="0"/>
              <a:t>application</a:t>
            </a:r>
            <a:r>
              <a:rPr spc="-60" dirty="0"/>
              <a:t> </a:t>
            </a:r>
            <a:r>
              <a:rPr dirty="0"/>
              <a:t>that</a:t>
            </a:r>
            <a:r>
              <a:rPr spc="-65" dirty="0"/>
              <a:t> </a:t>
            </a:r>
            <a:r>
              <a:rPr dirty="0"/>
              <a:t>allows</a:t>
            </a:r>
            <a:r>
              <a:rPr spc="-75" dirty="0"/>
              <a:t> </a:t>
            </a:r>
            <a:r>
              <a:rPr dirty="0"/>
              <a:t>students</a:t>
            </a:r>
            <a:r>
              <a:rPr spc="-3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faculty</a:t>
            </a:r>
            <a:r>
              <a:rPr spc="-70" dirty="0"/>
              <a:t> </a:t>
            </a:r>
            <a:r>
              <a:rPr dirty="0"/>
              <a:t>to</a:t>
            </a:r>
            <a:r>
              <a:rPr spc="-75" dirty="0"/>
              <a:t> </a:t>
            </a:r>
            <a:r>
              <a:rPr spc="-20" dirty="0"/>
              <a:t>view </a:t>
            </a:r>
            <a:r>
              <a:rPr dirty="0"/>
              <a:t>event</a:t>
            </a:r>
            <a:r>
              <a:rPr spc="-60" dirty="0"/>
              <a:t> </a:t>
            </a:r>
            <a:r>
              <a:rPr dirty="0"/>
              <a:t>details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dirty="0"/>
              <a:t>book</a:t>
            </a:r>
            <a:r>
              <a:rPr spc="-45" dirty="0"/>
              <a:t> </a:t>
            </a:r>
            <a:r>
              <a:rPr spc="-10" dirty="0"/>
              <a:t>tickets</a:t>
            </a:r>
            <a:r>
              <a:rPr spc="-55" dirty="0"/>
              <a:t> </a:t>
            </a:r>
            <a:r>
              <a:rPr dirty="0"/>
              <a:t>online</a:t>
            </a:r>
            <a:r>
              <a:rPr spc="-3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20" dirty="0"/>
              <a:t>real-</a:t>
            </a:r>
            <a:r>
              <a:rPr dirty="0"/>
              <a:t>time</a:t>
            </a:r>
            <a:r>
              <a:rPr spc="-50" dirty="0"/>
              <a:t> </a:t>
            </a:r>
            <a:r>
              <a:rPr spc="-10" dirty="0"/>
              <a:t>availability.</a:t>
            </a:r>
          </a:p>
          <a:p>
            <a:pPr marL="469900" marR="588010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pc="-114" dirty="0"/>
              <a:t>To</a:t>
            </a:r>
            <a:r>
              <a:rPr spc="-45" dirty="0"/>
              <a:t> </a:t>
            </a:r>
            <a:r>
              <a:rPr spc="-10" dirty="0"/>
              <a:t>implement</a:t>
            </a:r>
            <a:r>
              <a:rPr spc="-120" dirty="0"/>
              <a:t> </a:t>
            </a:r>
            <a:r>
              <a:rPr dirty="0"/>
              <a:t>form</a:t>
            </a:r>
            <a:r>
              <a:rPr spc="-80" dirty="0"/>
              <a:t> </a:t>
            </a:r>
            <a:r>
              <a:rPr spc="-10" dirty="0"/>
              <a:t>validation,</a:t>
            </a:r>
            <a:r>
              <a:rPr spc="-80" dirty="0"/>
              <a:t> </a:t>
            </a:r>
            <a:r>
              <a:rPr dirty="0"/>
              <a:t>error</a:t>
            </a:r>
            <a:r>
              <a:rPr spc="-75" dirty="0"/>
              <a:t> </a:t>
            </a:r>
            <a:r>
              <a:rPr dirty="0"/>
              <a:t>handling,</a:t>
            </a:r>
            <a:r>
              <a:rPr spc="-65" dirty="0"/>
              <a:t> </a:t>
            </a:r>
            <a:r>
              <a:rPr dirty="0"/>
              <a:t>and</a:t>
            </a:r>
            <a:r>
              <a:rPr spc="-85" dirty="0"/>
              <a:t> </a:t>
            </a:r>
            <a:r>
              <a:rPr dirty="0"/>
              <a:t>booking</a:t>
            </a:r>
            <a:r>
              <a:rPr spc="-65" dirty="0"/>
              <a:t> </a:t>
            </a:r>
            <a:r>
              <a:rPr spc="-10" dirty="0"/>
              <a:t>confirmation</a:t>
            </a:r>
            <a:r>
              <a:rPr spc="-85" dirty="0"/>
              <a:t> </a:t>
            </a:r>
            <a:r>
              <a:rPr spc="-10" dirty="0"/>
              <a:t>features</a:t>
            </a:r>
            <a:r>
              <a:rPr spc="-85" dirty="0"/>
              <a:t> </a:t>
            </a:r>
            <a:r>
              <a:rPr dirty="0"/>
              <a:t>that</a:t>
            </a:r>
            <a:r>
              <a:rPr spc="-90" dirty="0"/>
              <a:t> </a:t>
            </a:r>
            <a:r>
              <a:rPr dirty="0"/>
              <a:t>ensure</a:t>
            </a:r>
            <a:r>
              <a:rPr spc="-70" dirty="0"/>
              <a:t> </a:t>
            </a:r>
            <a:r>
              <a:rPr spc="-50" dirty="0"/>
              <a:t>a </a:t>
            </a:r>
            <a:r>
              <a:rPr dirty="0"/>
              <a:t>smooth</a:t>
            </a:r>
            <a:r>
              <a:rPr spc="-75" dirty="0"/>
              <a:t> </a:t>
            </a:r>
            <a:r>
              <a:rPr dirty="0"/>
              <a:t>and</a:t>
            </a:r>
            <a:r>
              <a:rPr spc="-75" dirty="0"/>
              <a:t> </a:t>
            </a:r>
            <a:r>
              <a:rPr spc="-10" dirty="0"/>
              <a:t>accurate</a:t>
            </a:r>
            <a:r>
              <a:rPr spc="-90" dirty="0"/>
              <a:t> </a:t>
            </a:r>
            <a:r>
              <a:rPr spc="-10" dirty="0"/>
              <a:t>ticket</a:t>
            </a:r>
            <a:r>
              <a:rPr spc="-95" dirty="0"/>
              <a:t> </a:t>
            </a:r>
            <a:r>
              <a:rPr dirty="0"/>
              <a:t>booking</a:t>
            </a:r>
            <a:r>
              <a:rPr spc="-80" dirty="0"/>
              <a:t> </a:t>
            </a:r>
            <a:r>
              <a:rPr spc="-10" dirty="0"/>
              <a:t>experience.</a:t>
            </a:r>
          </a:p>
          <a:p>
            <a:pPr marL="469900" marR="5080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pc="-114" dirty="0"/>
              <a:t>To</a:t>
            </a:r>
            <a:r>
              <a:rPr spc="-45" dirty="0"/>
              <a:t> </a:t>
            </a:r>
            <a:r>
              <a:rPr dirty="0"/>
              <a:t>apply</a:t>
            </a:r>
            <a:r>
              <a:rPr spc="-140" dirty="0"/>
              <a:t> </a:t>
            </a:r>
            <a:r>
              <a:rPr dirty="0"/>
              <a:t>React</a:t>
            </a:r>
            <a:r>
              <a:rPr spc="-105" dirty="0"/>
              <a:t> </a:t>
            </a:r>
            <a:r>
              <a:rPr dirty="0"/>
              <a:t>concepts</a:t>
            </a:r>
            <a:r>
              <a:rPr spc="-75" dirty="0"/>
              <a:t> </a:t>
            </a:r>
            <a:r>
              <a:rPr dirty="0"/>
              <a:t>such</a:t>
            </a:r>
            <a:r>
              <a:rPr spc="-70" dirty="0"/>
              <a:t> </a:t>
            </a:r>
            <a:r>
              <a:rPr dirty="0"/>
              <a:t>as</a:t>
            </a:r>
            <a:r>
              <a:rPr spc="-100" dirty="0"/>
              <a:t> </a:t>
            </a:r>
            <a:r>
              <a:rPr dirty="0"/>
              <a:t>functional</a:t>
            </a:r>
            <a:r>
              <a:rPr spc="-85" dirty="0"/>
              <a:t> </a:t>
            </a:r>
            <a:r>
              <a:rPr spc="-10" dirty="0"/>
              <a:t>components,</a:t>
            </a:r>
            <a:r>
              <a:rPr spc="-55" dirty="0"/>
              <a:t> </a:t>
            </a:r>
            <a:r>
              <a:rPr dirty="0"/>
              <a:t>useState</a:t>
            </a:r>
            <a:r>
              <a:rPr spc="-85" dirty="0"/>
              <a:t> </a:t>
            </a:r>
            <a:r>
              <a:rPr dirty="0"/>
              <a:t>hook,</a:t>
            </a:r>
            <a:r>
              <a:rPr spc="-90" dirty="0"/>
              <a:t> </a:t>
            </a:r>
            <a:r>
              <a:rPr dirty="0"/>
              <a:t>conditional</a:t>
            </a:r>
            <a:r>
              <a:rPr spc="-70" dirty="0"/>
              <a:t> </a:t>
            </a:r>
            <a:r>
              <a:rPr dirty="0"/>
              <a:t>rendering,</a:t>
            </a:r>
            <a:r>
              <a:rPr spc="-75" dirty="0"/>
              <a:t> </a:t>
            </a:r>
            <a:r>
              <a:rPr spc="-25" dirty="0"/>
              <a:t>and </a:t>
            </a:r>
            <a:r>
              <a:rPr dirty="0"/>
              <a:t>event</a:t>
            </a:r>
            <a:r>
              <a:rPr spc="-90" dirty="0"/>
              <a:t> </a:t>
            </a:r>
            <a:r>
              <a:rPr dirty="0"/>
              <a:t>handling</a:t>
            </a:r>
            <a:r>
              <a:rPr spc="-50" dirty="0"/>
              <a:t> </a:t>
            </a:r>
            <a:r>
              <a:rPr dirty="0"/>
              <a:t>in</a:t>
            </a:r>
            <a:r>
              <a:rPr spc="-85" dirty="0"/>
              <a:t> </a:t>
            </a:r>
            <a:r>
              <a:rPr dirty="0"/>
              <a:t>building</a:t>
            </a:r>
            <a:r>
              <a:rPr spc="-40" dirty="0"/>
              <a:t> </a:t>
            </a:r>
            <a:r>
              <a:rPr dirty="0"/>
              <a:t>the</a:t>
            </a:r>
            <a:r>
              <a:rPr spc="-85" dirty="0"/>
              <a:t> </a:t>
            </a:r>
            <a:r>
              <a:rPr spc="-10" dirty="0"/>
              <a:t>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3983354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2"/>
                </a:lnTo>
                <a:lnTo>
                  <a:pt x="401933" y="8950"/>
                </a:lnTo>
                <a:lnTo>
                  <a:pt x="356922" y="19826"/>
                </a:lnTo>
                <a:lnTo>
                  <a:pt x="313612" y="34691"/>
                </a:lnTo>
                <a:lnTo>
                  <a:pt x="272211" y="53337"/>
                </a:lnTo>
                <a:lnTo>
                  <a:pt x="232927" y="75556"/>
                </a:lnTo>
                <a:lnTo>
                  <a:pt x="195968" y="101139"/>
                </a:lnTo>
                <a:lnTo>
                  <a:pt x="161541" y="129879"/>
                </a:lnTo>
                <a:lnTo>
                  <a:pt x="129856" y="161566"/>
                </a:lnTo>
                <a:lnTo>
                  <a:pt x="101119" y="195993"/>
                </a:lnTo>
                <a:lnTo>
                  <a:pt x="75539" y="232950"/>
                </a:lnTo>
                <a:lnTo>
                  <a:pt x="53324" y="272231"/>
                </a:lnTo>
                <a:lnTo>
                  <a:pt x="34682" y="313627"/>
                </a:lnTo>
                <a:lnTo>
                  <a:pt x="19820" y="356928"/>
                </a:lnTo>
                <a:lnTo>
                  <a:pt x="8947" y="401928"/>
                </a:lnTo>
                <a:lnTo>
                  <a:pt x="2271" y="448418"/>
                </a:lnTo>
                <a:lnTo>
                  <a:pt x="0" y="496189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4" y="720228"/>
                </a:lnTo>
                <a:lnTo>
                  <a:pt x="75539" y="759519"/>
                </a:lnTo>
                <a:lnTo>
                  <a:pt x="101119" y="796486"/>
                </a:lnTo>
                <a:lnTo>
                  <a:pt x="129856" y="830919"/>
                </a:lnTo>
                <a:lnTo>
                  <a:pt x="161541" y="862612"/>
                </a:lnTo>
                <a:lnTo>
                  <a:pt x="195968" y="891356"/>
                </a:lnTo>
                <a:lnTo>
                  <a:pt x="232927" y="916942"/>
                </a:lnTo>
                <a:lnTo>
                  <a:pt x="272211" y="939163"/>
                </a:lnTo>
                <a:lnTo>
                  <a:pt x="313612" y="957811"/>
                </a:lnTo>
                <a:lnTo>
                  <a:pt x="356922" y="972677"/>
                </a:lnTo>
                <a:lnTo>
                  <a:pt x="401933" y="983554"/>
                </a:lnTo>
                <a:lnTo>
                  <a:pt x="448437" y="990232"/>
                </a:lnTo>
                <a:lnTo>
                  <a:pt x="496227" y="992505"/>
                </a:lnTo>
                <a:lnTo>
                  <a:pt x="544022" y="990232"/>
                </a:lnTo>
                <a:lnTo>
                  <a:pt x="590530" y="983554"/>
                </a:lnTo>
                <a:lnTo>
                  <a:pt x="635544" y="972677"/>
                </a:lnTo>
                <a:lnTo>
                  <a:pt x="678855" y="957811"/>
                </a:lnTo>
                <a:lnTo>
                  <a:pt x="720256" y="939163"/>
                </a:lnTo>
                <a:lnTo>
                  <a:pt x="759539" y="916942"/>
                </a:lnTo>
                <a:lnTo>
                  <a:pt x="796497" y="891356"/>
                </a:lnTo>
                <a:lnTo>
                  <a:pt x="830921" y="862612"/>
                </a:lnTo>
                <a:lnTo>
                  <a:pt x="862604" y="830919"/>
                </a:lnTo>
                <a:lnTo>
                  <a:pt x="891337" y="796486"/>
                </a:lnTo>
                <a:lnTo>
                  <a:pt x="916914" y="759519"/>
                </a:lnTo>
                <a:lnTo>
                  <a:pt x="939126" y="720228"/>
                </a:lnTo>
                <a:lnTo>
                  <a:pt x="957765" y="678821"/>
                </a:lnTo>
                <a:lnTo>
                  <a:pt x="972624" y="635505"/>
                </a:lnTo>
                <a:lnTo>
                  <a:pt x="983495" y="590489"/>
                </a:lnTo>
                <a:lnTo>
                  <a:pt x="990170" y="543981"/>
                </a:lnTo>
                <a:lnTo>
                  <a:pt x="992441" y="496189"/>
                </a:lnTo>
                <a:lnTo>
                  <a:pt x="990170" y="448418"/>
                </a:lnTo>
                <a:lnTo>
                  <a:pt x="983495" y="401928"/>
                </a:lnTo>
                <a:lnTo>
                  <a:pt x="972624" y="356928"/>
                </a:lnTo>
                <a:lnTo>
                  <a:pt x="957765" y="313627"/>
                </a:lnTo>
                <a:lnTo>
                  <a:pt x="939126" y="272231"/>
                </a:lnTo>
                <a:lnTo>
                  <a:pt x="916914" y="232950"/>
                </a:lnTo>
                <a:lnTo>
                  <a:pt x="891337" y="195993"/>
                </a:lnTo>
                <a:lnTo>
                  <a:pt x="862604" y="161566"/>
                </a:lnTo>
                <a:lnTo>
                  <a:pt x="830921" y="129879"/>
                </a:lnTo>
                <a:lnTo>
                  <a:pt x="796497" y="101139"/>
                </a:lnTo>
                <a:lnTo>
                  <a:pt x="759539" y="75556"/>
                </a:lnTo>
                <a:lnTo>
                  <a:pt x="720256" y="53337"/>
                </a:lnTo>
                <a:lnTo>
                  <a:pt x="678855" y="34691"/>
                </a:lnTo>
                <a:lnTo>
                  <a:pt x="635544" y="19826"/>
                </a:lnTo>
                <a:lnTo>
                  <a:pt x="590530" y="8950"/>
                </a:lnTo>
                <a:lnTo>
                  <a:pt x="544022" y="2272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7569" y="4230370"/>
            <a:ext cx="255904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70" dirty="0">
                <a:solidFill>
                  <a:srgbClr val="FFFDFD"/>
                </a:solidFill>
                <a:latin typeface="Tahoma"/>
                <a:cs typeface="Tahoma"/>
              </a:rPr>
              <a:t>4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25727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51509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53160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1509" y="509409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25727" y="5217032"/>
            <a:ext cx="15811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51509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7252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51509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3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7252" y="6548755"/>
            <a:ext cx="154940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51509" y="575983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122680" y="5883020"/>
            <a:ext cx="16573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51509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1509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680" y="7216520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56095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60" dirty="0"/>
              <a:t> </a:t>
            </a:r>
            <a:r>
              <a:rPr spc="-10" dirty="0"/>
              <a:t>SYSTEM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88794" y="2075433"/>
            <a:ext cx="14643100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95"/>
              </a:spcBef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Single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Page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(SPA)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displays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allows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tickets online.</a:t>
            </a:r>
            <a:endParaRPr sz="2800">
              <a:latin typeface="Calibri"/>
              <a:cs typeface="Calibri"/>
            </a:endParaRPr>
          </a:p>
          <a:p>
            <a:pPr marL="469900" marR="897255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2800" spc="-10" dirty="0">
                <a:latin typeface="Calibri"/>
                <a:cs typeface="Calibri"/>
              </a:rPr>
              <a:t>Event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Details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Module: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department,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venue,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price,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seats.</a:t>
            </a:r>
            <a:endParaRPr sz="2800">
              <a:latin typeface="Calibri"/>
              <a:cs typeface="Calibri"/>
            </a:endParaRPr>
          </a:p>
          <a:p>
            <a:pPr marL="469900" marR="504190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Module: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Collects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email,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department,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full </a:t>
            </a:r>
            <a:r>
              <a:rPr sz="2800" spc="-10" dirty="0">
                <a:latin typeface="Calibri"/>
                <a:cs typeface="Calibri"/>
              </a:rPr>
              <a:t>validation.</a:t>
            </a:r>
            <a:endParaRPr sz="2800">
              <a:latin typeface="Calibri"/>
              <a:cs typeface="Calibri"/>
            </a:endParaRPr>
          </a:p>
          <a:p>
            <a:pPr marL="469900" marR="922019" indent="-457200">
              <a:lnSpc>
                <a:spcPct val="100000"/>
              </a:lnSpc>
              <a:spcBef>
                <a:spcPts val="5"/>
              </a:spcBef>
              <a:buChar char="-"/>
              <a:tabLst>
                <a:tab pos="469900" algn="l"/>
              </a:tabLst>
            </a:pPr>
            <a:r>
              <a:rPr sz="2800" spc="-25" dirty="0">
                <a:latin typeface="Calibri"/>
                <a:cs typeface="Calibri"/>
              </a:rPr>
              <a:t>Real-</a:t>
            </a:r>
            <a:r>
              <a:rPr sz="2800" dirty="0">
                <a:latin typeface="Calibri"/>
                <a:cs typeface="Calibri"/>
              </a:rPr>
              <a:t>time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update: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tickets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decrease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automatically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successful booking.</a:t>
            </a:r>
            <a:endParaRPr sz="2800">
              <a:latin typeface="Calibri"/>
              <a:cs typeface="Calibri"/>
            </a:endParaRPr>
          </a:p>
          <a:p>
            <a:pPr marL="469900" marR="137160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Booking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confirmation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summary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displayed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after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successful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tickets,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amount.</a:t>
            </a:r>
            <a:endParaRPr sz="2800">
              <a:latin typeface="Calibri"/>
              <a:cs typeface="Calibri"/>
            </a:endParaRPr>
          </a:p>
          <a:p>
            <a:pPr marL="469900" marR="982980" indent="-457200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2800" dirty="0">
                <a:latin typeface="Calibri"/>
                <a:cs typeface="Calibri"/>
              </a:rPr>
              <a:t>Error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handling: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Prevents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overbooking,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validates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email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shows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user-</a:t>
            </a:r>
            <a:r>
              <a:rPr sz="2800" dirty="0">
                <a:latin typeface="Calibri"/>
                <a:cs typeface="Calibri"/>
              </a:rPr>
              <a:t>friendly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error messages.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358" y="465582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27" y="0"/>
                </a:moveTo>
                <a:lnTo>
                  <a:pt x="448437" y="2271"/>
                </a:lnTo>
                <a:lnTo>
                  <a:pt x="401933" y="8945"/>
                </a:lnTo>
                <a:lnTo>
                  <a:pt x="356922" y="19816"/>
                </a:lnTo>
                <a:lnTo>
                  <a:pt x="313612" y="34675"/>
                </a:lnTo>
                <a:lnTo>
                  <a:pt x="272211" y="53314"/>
                </a:lnTo>
                <a:lnTo>
                  <a:pt x="232927" y="75525"/>
                </a:lnTo>
                <a:lnTo>
                  <a:pt x="195968" y="101101"/>
                </a:lnTo>
                <a:lnTo>
                  <a:pt x="161541" y="129834"/>
                </a:lnTo>
                <a:lnTo>
                  <a:pt x="129856" y="161516"/>
                </a:lnTo>
                <a:lnTo>
                  <a:pt x="101119" y="195938"/>
                </a:lnTo>
                <a:lnTo>
                  <a:pt x="75539" y="232894"/>
                </a:lnTo>
                <a:lnTo>
                  <a:pt x="53324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79"/>
                </a:lnTo>
                <a:lnTo>
                  <a:pt x="8947" y="590484"/>
                </a:lnTo>
                <a:lnTo>
                  <a:pt x="19820" y="635494"/>
                </a:lnTo>
                <a:lnTo>
                  <a:pt x="34682" y="678803"/>
                </a:lnTo>
                <a:lnTo>
                  <a:pt x="53324" y="720202"/>
                </a:lnTo>
                <a:lnTo>
                  <a:pt x="75539" y="759483"/>
                </a:lnTo>
                <a:lnTo>
                  <a:pt x="101119" y="796439"/>
                </a:lnTo>
                <a:lnTo>
                  <a:pt x="129856" y="830861"/>
                </a:lnTo>
                <a:lnTo>
                  <a:pt x="161541" y="862543"/>
                </a:lnTo>
                <a:lnTo>
                  <a:pt x="195968" y="891276"/>
                </a:lnTo>
                <a:lnTo>
                  <a:pt x="232927" y="916852"/>
                </a:lnTo>
                <a:lnTo>
                  <a:pt x="272211" y="939063"/>
                </a:lnTo>
                <a:lnTo>
                  <a:pt x="313612" y="957702"/>
                </a:lnTo>
                <a:lnTo>
                  <a:pt x="356922" y="972561"/>
                </a:lnTo>
                <a:lnTo>
                  <a:pt x="401933" y="983432"/>
                </a:lnTo>
                <a:lnTo>
                  <a:pt x="448437" y="990106"/>
                </a:lnTo>
                <a:lnTo>
                  <a:pt x="496227" y="992377"/>
                </a:lnTo>
                <a:lnTo>
                  <a:pt x="544022" y="990106"/>
                </a:lnTo>
                <a:lnTo>
                  <a:pt x="590530" y="983432"/>
                </a:lnTo>
                <a:lnTo>
                  <a:pt x="635544" y="972561"/>
                </a:lnTo>
                <a:lnTo>
                  <a:pt x="678855" y="957702"/>
                </a:lnTo>
                <a:lnTo>
                  <a:pt x="720256" y="939063"/>
                </a:lnTo>
                <a:lnTo>
                  <a:pt x="759539" y="916852"/>
                </a:lnTo>
                <a:lnTo>
                  <a:pt x="796497" y="891276"/>
                </a:lnTo>
                <a:lnTo>
                  <a:pt x="830921" y="862543"/>
                </a:lnTo>
                <a:lnTo>
                  <a:pt x="862604" y="830861"/>
                </a:lnTo>
                <a:lnTo>
                  <a:pt x="891337" y="796439"/>
                </a:lnTo>
                <a:lnTo>
                  <a:pt x="916914" y="759483"/>
                </a:lnTo>
                <a:lnTo>
                  <a:pt x="939126" y="720202"/>
                </a:lnTo>
                <a:lnTo>
                  <a:pt x="957765" y="678803"/>
                </a:lnTo>
                <a:lnTo>
                  <a:pt x="972624" y="635494"/>
                </a:lnTo>
                <a:lnTo>
                  <a:pt x="983495" y="590484"/>
                </a:lnTo>
                <a:lnTo>
                  <a:pt x="990170" y="543979"/>
                </a:lnTo>
                <a:lnTo>
                  <a:pt x="992441" y="496188"/>
                </a:lnTo>
                <a:lnTo>
                  <a:pt x="990170" y="448398"/>
                </a:lnTo>
                <a:lnTo>
                  <a:pt x="983495" y="401893"/>
                </a:lnTo>
                <a:lnTo>
                  <a:pt x="972624" y="356883"/>
                </a:lnTo>
                <a:lnTo>
                  <a:pt x="957765" y="313574"/>
                </a:lnTo>
                <a:lnTo>
                  <a:pt x="939126" y="272175"/>
                </a:lnTo>
                <a:lnTo>
                  <a:pt x="916914" y="232894"/>
                </a:lnTo>
                <a:lnTo>
                  <a:pt x="891337" y="195938"/>
                </a:lnTo>
                <a:lnTo>
                  <a:pt x="862604" y="161516"/>
                </a:lnTo>
                <a:lnTo>
                  <a:pt x="830921" y="129834"/>
                </a:lnTo>
                <a:lnTo>
                  <a:pt x="796497" y="101101"/>
                </a:lnTo>
                <a:lnTo>
                  <a:pt x="759539" y="75525"/>
                </a:lnTo>
                <a:lnTo>
                  <a:pt x="720256" y="53314"/>
                </a:lnTo>
                <a:lnTo>
                  <a:pt x="678855" y="34675"/>
                </a:lnTo>
                <a:lnTo>
                  <a:pt x="635544" y="19816"/>
                </a:lnTo>
                <a:lnTo>
                  <a:pt x="590530" y="8945"/>
                </a:lnTo>
                <a:lnTo>
                  <a:pt x="544022" y="2271"/>
                </a:lnTo>
                <a:lnTo>
                  <a:pt x="496227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86713" y="4902834"/>
            <a:ext cx="2355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>
                <a:solidFill>
                  <a:srgbClr val="FFFDFD"/>
                </a:solidFill>
                <a:latin typeface="Tahoma"/>
                <a:cs typeface="Tahoma"/>
              </a:rPr>
              <a:t>5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51509" y="332054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51509" y="198716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3"/>
                </a:lnTo>
                <a:lnTo>
                  <a:pt x="15895" y="366745"/>
                </a:lnTo>
                <a:lnTo>
                  <a:pt x="34688" y="409085"/>
                </a:lnTo>
                <a:lnTo>
                  <a:pt x="59755" y="447017"/>
                </a:lnTo>
                <a:lnTo>
                  <a:pt x="90378" y="479772"/>
                </a:lnTo>
                <a:lnTo>
                  <a:pt x="125839" y="506584"/>
                </a:lnTo>
                <a:lnTo>
                  <a:pt x="165420" y="526685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5"/>
                </a:lnTo>
                <a:lnTo>
                  <a:pt x="382317" y="506584"/>
                </a:lnTo>
                <a:lnTo>
                  <a:pt x="417768" y="479772"/>
                </a:lnTo>
                <a:lnTo>
                  <a:pt x="448379" y="447017"/>
                </a:lnTo>
                <a:lnTo>
                  <a:pt x="473434" y="409085"/>
                </a:lnTo>
                <a:lnTo>
                  <a:pt x="492216" y="366745"/>
                </a:lnTo>
                <a:lnTo>
                  <a:pt x="504011" y="320763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51509" y="398818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51509" y="265290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6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19632" y="2109597"/>
            <a:ext cx="170815" cy="228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1700">
              <a:latin typeface="Tahoma"/>
              <a:cs typeface="Tahoma"/>
            </a:endParaRPr>
          </a:p>
          <a:p>
            <a:pPr marL="20320">
              <a:lnSpc>
                <a:spcPct val="100000"/>
              </a:lnSpc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51509" y="643039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3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51509" y="576452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82"/>
                </a:lnTo>
                <a:lnTo>
                  <a:pt x="165420" y="17017"/>
                </a:lnTo>
                <a:lnTo>
                  <a:pt x="125839" y="37135"/>
                </a:lnTo>
                <a:lnTo>
                  <a:pt x="90378" y="63967"/>
                </a:lnTo>
                <a:lnTo>
                  <a:pt x="59755" y="96743"/>
                </a:lnTo>
                <a:lnTo>
                  <a:pt x="34688" y="134695"/>
                </a:lnTo>
                <a:lnTo>
                  <a:pt x="15895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5" y="366812"/>
                </a:lnTo>
                <a:lnTo>
                  <a:pt x="34688" y="409175"/>
                </a:lnTo>
                <a:lnTo>
                  <a:pt x="59755" y="447122"/>
                </a:lnTo>
                <a:lnTo>
                  <a:pt x="90378" y="479888"/>
                </a:lnTo>
                <a:lnTo>
                  <a:pt x="125839" y="506706"/>
                </a:lnTo>
                <a:lnTo>
                  <a:pt x="165420" y="526810"/>
                </a:lnTo>
                <a:lnTo>
                  <a:pt x="208405" y="539435"/>
                </a:lnTo>
                <a:lnTo>
                  <a:pt x="254076" y="543814"/>
                </a:lnTo>
                <a:lnTo>
                  <a:pt x="299754" y="539435"/>
                </a:lnTo>
                <a:lnTo>
                  <a:pt x="342740" y="526810"/>
                </a:lnTo>
                <a:lnTo>
                  <a:pt x="382317" y="506706"/>
                </a:lnTo>
                <a:lnTo>
                  <a:pt x="417768" y="479888"/>
                </a:lnTo>
                <a:lnTo>
                  <a:pt x="448379" y="447122"/>
                </a:lnTo>
                <a:lnTo>
                  <a:pt x="473434" y="409175"/>
                </a:lnTo>
                <a:lnTo>
                  <a:pt x="492216" y="366812"/>
                </a:lnTo>
                <a:lnTo>
                  <a:pt x="504011" y="320801"/>
                </a:lnTo>
                <a:lnTo>
                  <a:pt x="508101" y="271907"/>
                </a:lnTo>
                <a:lnTo>
                  <a:pt x="504011" y="223046"/>
                </a:lnTo>
                <a:lnTo>
                  <a:pt x="492216" y="177052"/>
                </a:lnTo>
                <a:lnTo>
                  <a:pt x="473434" y="134695"/>
                </a:lnTo>
                <a:lnTo>
                  <a:pt x="448379" y="96743"/>
                </a:lnTo>
                <a:lnTo>
                  <a:pt x="417768" y="63967"/>
                </a:lnTo>
                <a:lnTo>
                  <a:pt x="382317" y="37135"/>
                </a:lnTo>
                <a:lnTo>
                  <a:pt x="342740" y="17017"/>
                </a:lnTo>
                <a:lnTo>
                  <a:pt x="299754" y="4382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951509" y="708850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3"/>
                </a:lnTo>
                <a:lnTo>
                  <a:pt x="125839" y="37107"/>
                </a:lnTo>
                <a:lnTo>
                  <a:pt x="90378" y="63925"/>
                </a:lnTo>
                <a:lnTo>
                  <a:pt x="59755" y="96691"/>
                </a:lnTo>
                <a:lnTo>
                  <a:pt x="34688" y="134638"/>
                </a:lnTo>
                <a:lnTo>
                  <a:pt x="15895" y="177001"/>
                </a:lnTo>
                <a:lnTo>
                  <a:pt x="4093" y="223012"/>
                </a:lnTo>
                <a:lnTo>
                  <a:pt x="0" y="271907"/>
                </a:lnTo>
                <a:lnTo>
                  <a:pt x="4093" y="320767"/>
                </a:lnTo>
                <a:lnTo>
                  <a:pt x="15895" y="366761"/>
                </a:lnTo>
                <a:lnTo>
                  <a:pt x="34688" y="409118"/>
                </a:lnTo>
                <a:lnTo>
                  <a:pt x="59755" y="447070"/>
                </a:lnTo>
                <a:lnTo>
                  <a:pt x="90378" y="479846"/>
                </a:lnTo>
                <a:lnTo>
                  <a:pt x="125839" y="506678"/>
                </a:lnTo>
                <a:lnTo>
                  <a:pt x="165420" y="526796"/>
                </a:lnTo>
                <a:lnTo>
                  <a:pt x="208405" y="539431"/>
                </a:lnTo>
                <a:lnTo>
                  <a:pt x="254076" y="543814"/>
                </a:lnTo>
                <a:lnTo>
                  <a:pt x="299754" y="539431"/>
                </a:lnTo>
                <a:lnTo>
                  <a:pt x="342740" y="526796"/>
                </a:lnTo>
                <a:lnTo>
                  <a:pt x="382317" y="506678"/>
                </a:lnTo>
                <a:lnTo>
                  <a:pt x="417768" y="479846"/>
                </a:lnTo>
                <a:lnTo>
                  <a:pt x="448379" y="447070"/>
                </a:lnTo>
                <a:lnTo>
                  <a:pt x="473434" y="409118"/>
                </a:lnTo>
                <a:lnTo>
                  <a:pt x="492216" y="366761"/>
                </a:lnTo>
                <a:lnTo>
                  <a:pt x="504011" y="320767"/>
                </a:lnTo>
                <a:lnTo>
                  <a:pt x="508101" y="271907"/>
                </a:lnTo>
                <a:lnTo>
                  <a:pt x="504011" y="223012"/>
                </a:lnTo>
                <a:lnTo>
                  <a:pt x="492216" y="177001"/>
                </a:lnTo>
                <a:lnTo>
                  <a:pt x="473434" y="134638"/>
                </a:lnTo>
                <a:lnTo>
                  <a:pt x="448379" y="96691"/>
                </a:lnTo>
                <a:lnTo>
                  <a:pt x="417768" y="63925"/>
                </a:lnTo>
                <a:lnTo>
                  <a:pt x="382317" y="37107"/>
                </a:lnTo>
                <a:lnTo>
                  <a:pt x="342740" y="17003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51509" y="77561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76" y="0"/>
                </a:moveTo>
                <a:lnTo>
                  <a:pt x="208405" y="4378"/>
                </a:lnTo>
                <a:lnTo>
                  <a:pt x="165420" y="17001"/>
                </a:lnTo>
                <a:lnTo>
                  <a:pt x="125839" y="37102"/>
                </a:lnTo>
                <a:lnTo>
                  <a:pt x="90378" y="63914"/>
                </a:lnTo>
                <a:lnTo>
                  <a:pt x="59755" y="96669"/>
                </a:lnTo>
                <a:lnTo>
                  <a:pt x="34688" y="134601"/>
                </a:lnTo>
                <a:lnTo>
                  <a:pt x="15895" y="176941"/>
                </a:lnTo>
                <a:lnTo>
                  <a:pt x="4093" y="222923"/>
                </a:lnTo>
                <a:lnTo>
                  <a:pt x="0" y="271779"/>
                </a:lnTo>
                <a:lnTo>
                  <a:pt x="4093" y="320674"/>
                </a:lnTo>
                <a:lnTo>
                  <a:pt x="15895" y="366685"/>
                </a:lnTo>
                <a:lnTo>
                  <a:pt x="34688" y="409048"/>
                </a:lnTo>
                <a:lnTo>
                  <a:pt x="59755" y="446995"/>
                </a:lnTo>
                <a:lnTo>
                  <a:pt x="90378" y="479761"/>
                </a:lnTo>
                <a:lnTo>
                  <a:pt x="125839" y="506579"/>
                </a:lnTo>
                <a:lnTo>
                  <a:pt x="165420" y="526683"/>
                </a:lnTo>
                <a:lnTo>
                  <a:pt x="208405" y="539308"/>
                </a:lnTo>
                <a:lnTo>
                  <a:pt x="254076" y="543686"/>
                </a:lnTo>
                <a:lnTo>
                  <a:pt x="299754" y="539308"/>
                </a:lnTo>
                <a:lnTo>
                  <a:pt x="342740" y="526683"/>
                </a:lnTo>
                <a:lnTo>
                  <a:pt x="382317" y="506579"/>
                </a:lnTo>
                <a:lnTo>
                  <a:pt x="417768" y="479761"/>
                </a:lnTo>
                <a:lnTo>
                  <a:pt x="448379" y="446995"/>
                </a:lnTo>
                <a:lnTo>
                  <a:pt x="473434" y="409048"/>
                </a:lnTo>
                <a:lnTo>
                  <a:pt x="492216" y="366685"/>
                </a:lnTo>
                <a:lnTo>
                  <a:pt x="504011" y="320674"/>
                </a:lnTo>
                <a:lnTo>
                  <a:pt x="508101" y="271779"/>
                </a:lnTo>
                <a:lnTo>
                  <a:pt x="504011" y="222923"/>
                </a:lnTo>
                <a:lnTo>
                  <a:pt x="492216" y="176941"/>
                </a:lnTo>
                <a:lnTo>
                  <a:pt x="473434" y="134601"/>
                </a:lnTo>
                <a:lnTo>
                  <a:pt x="448379" y="96669"/>
                </a:lnTo>
                <a:lnTo>
                  <a:pt x="417768" y="63914"/>
                </a:lnTo>
                <a:lnTo>
                  <a:pt x="382317" y="37102"/>
                </a:lnTo>
                <a:lnTo>
                  <a:pt x="342740" y="17001"/>
                </a:lnTo>
                <a:lnTo>
                  <a:pt x="299754" y="4378"/>
                </a:lnTo>
                <a:lnTo>
                  <a:pt x="254076" y="0"/>
                </a:lnTo>
                <a:close/>
              </a:path>
            </a:pathLst>
          </a:custGeom>
          <a:ln w="9524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22680" y="5887592"/>
            <a:ext cx="165735" cy="2277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714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380194" y="-257175"/>
            <a:ext cx="5165090" cy="1876425"/>
            <a:chOff x="13380194" y="-257175"/>
            <a:chExt cx="5165090" cy="1876425"/>
          </a:xfrm>
        </p:grpSpPr>
        <p:sp>
          <p:nvSpPr>
            <p:cNvPr id="15" name="object 15"/>
            <p:cNvSpPr/>
            <p:nvPr/>
          </p:nvSpPr>
          <p:spPr>
            <a:xfrm>
              <a:off x="13637369" y="0"/>
              <a:ext cx="4650740" cy="1362075"/>
            </a:xfrm>
            <a:custGeom>
              <a:avLst/>
              <a:gdLst/>
              <a:ahLst/>
              <a:cxnLst/>
              <a:rect l="l" t="t" r="r" b="b"/>
              <a:pathLst>
                <a:path w="4650740" h="1362075">
                  <a:moveTo>
                    <a:pt x="0" y="0"/>
                  </a:moveTo>
                  <a:lnTo>
                    <a:pt x="30777" y="26798"/>
                  </a:lnTo>
                  <a:lnTo>
                    <a:pt x="64897" y="56022"/>
                  </a:lnTo>
                  <a:lnTo>
                    <a:pt x="99258" y="84971"/>
                  </a:lnTo>
                  <a:lnTo>
                    <a:pt x="133857" y="113644"/>
                  </a:lnTo>
                  <a:lnTo>
                    <a:pt x="168694" y="142039"/>
                  </a:lnTo>
                  <a:lnTo>
                    <a:pt x="203766" y="170154"/>
                  </a:lnTo>
                  <a:lnTo>
                    <a:pt x="239072" y="197988"/>
                  </a:lnTo>
                  <a:lnTo>
                    <a:pt x="274611" y="225538"/>
                  </a:lnTo>
                  <a:lnTo>
                    <a:pt x="310380" y="252803"/>
                  </a:lnTo>
                  <a:lnTo>
                    <a:pt x="346377" y="279782"/>
                  </a:lnTo>
                  <a:lnTo>
                    <a:pt x="382602" y="306472"/>
                  </a:lnTo>
                  <a:lnTo>
                    <a:pt x="419052" y="332872"/>
                  </a:lnTo>
                  <a:lnTo>
                    <a:pt x="455725" y="358981"/>
                  </a:lnTo>
                  <a:lnTo>
                    <a:pt x="492621" y="384796"/>
                  </a:lnTo>
                  <a:lnTo>
                    <a:pt x="529736" y="410316"/>
                  </a:lnTo>
                  <a:lnTo>
                    <a:pt x="567071" y="435539"/>
                  </a:lnTo>
                  <a:lnTo>
                    <a:pt x="604622" y="460463"/>
                  </a:lnTo>
                  <a:lnTo>
                    <a:pt x="642388" y="485087"/>
                  </a:lnTo>
                  <a:lnTo>
                    <a:pt x="680368" y="509409"/>
                  </a:lnTo>
                  <a:lnTo>
                    <a:pt x="718559" y="533428"/>
                  </a:lnTo>
                  <a:lnTo>
                    <a:pt x="756960" y="557141"/>
                  </a:lnTo>
                  <a:lnTo>
                    <a:pt x="795570" y="580547"/>
                  </a:lnTo>
                  <a:lnTo>
                    <a:pt x="834386" y="603644"/>
                  </a:lnTo>
                  <a:lnTo>
                    <a:pt x="873407" y="626431"/>
                  </a:lnTo>
                  <a:lnTo>
                    <a:pt x="912632" y="648905"/>
                  </a:lnTo>
                  <a:lnTo>
                    <a:pt x="952057" y="671066"/>
                  </a:lnTo>
                  <a:lnTo>
                    <a:pt x="991683" y="692911"/>
                  </a:lnTo>
                  <a:lnTo>
                    <a:pt x="1031507" y="714438"/>
                  </a:lnTo>
                  <a:lnTo>
                    <a:pt x="1071527" y="735647"/>
                  </a:lnTo>
                  <a:lnTo>
                    <a:pt x="1111742" y="756535"/>
                  </a:lnTo>
                  <a:lnTo>
                    <a:pt x="1152150" y="777100"/>
                  </a:lnTo>
                  <a:lnTo>
                    <a:pt x="1192749" y="797341"/>
                  </a:lnTo>
                  <a:lnTo>
                    <a:pt x="1233537" y="817257"/>
                  </a:lnTo>
                  <a:lnTo>
                    <a:pt x="1274514" y="836845"/>
                  </a:lnTo>
                  <a:lnTo>
                    <a:pt x="1315676" y="856104"/>
                  </a:lnTo>
                  <a:lnTo>
                    <a:pt x="1357024" y="875031"/>
                  </a:lnTo>
                  <a:lnTo>
                    <a:pt x="1398553" y="893627"/>
                  </a:lnTo>
                  <a:lnTo>
                    <a:pt x="1440264" y="911887"/>
                  </a:lnTo>
                  <a:lnTo>
                    <a:pt x="1482155" y="929812"/>
                  </a:lnTo>
                  <a:lnTo>
                    <a:pt x="1524223" y="947399"/>
                  </a:lnTo>
                  <a:lnTo>
                    <a:pt x="1566467" y="964647"/>
                  </a:lnTo>
                  <a:lnTo>
                    <a:pt x="1608885" y="981553"/>
                  </a:lnTo>
                  <a:lnTo>
                    <a:pt x="1651475" y="998116"/>
                  </a:lnTo>
                  <a:lnTo>
                    <a:pt x="1694237" y="1014335"/>
                  </a:lnTo>
                  <a:lnTo>
                    <a:pt x="1737168" y="1030208"/>
                  </a:lnTo>
                  <a:lnTo>
                    <a:pt x="1780266" y="1045733"/>
                  </a:lnTo>
                  <a:lnTo>
                    <a:pt x="1823529" y="1060908"/>
                  </a:lnTo>
                  <a:lnTo>
                    <a:pt x="1866957" y="1075731"/>
                  </a:lnTo>
                  <a:lnTo>
                    <a:pt x="1910547" y="1090202"/>
                  </a:lnTo>
                  <a:lnTo>
                    <a:pt x="1954298" y="1104318"/>
                  </a:lnTo>
                  <a:lnTo>
                    <a:pt x="1998208" y="1118077"/>
                  </a:lnTo>
                  <a:lnTo>
                    <a:pt x="2042275" y="1131478"/>
                  </a:lnTo>
                  <a:lnTo>
                    <a:pt x="2086497" y="1144519"/>
                  </a:lnTo>
                  <a:lnTo>
                    <a:pt x="2130873" y="1157198"/>
                  </a:lnTo>
                  <a:lnTo>
                    <a:pt x="2175402" y="1169515"/>
                  </a:lnTo>
                  <a:lnTo>
                    <a:pt x="2220081" y="1181466"/>
                  </a:lnTo>
                  <a:lnTo>
                    <a:pt x="2264908" y="1193050"/>
                  </a:lnTo>
                  <a:lnTo>
                    <a:pt x="2309882" y="1204266"/>
                  </a:lnTo>
                  <a:lnTo>
                    <a:pt x="2355002" y="1215112"/>
                  </a:lnTo>
                  <a:lnTo>
                    <a:pt x="2400265" y="1225586"/>
                  </a:lnTo>
                  <a:lnTo>
                    <a:pt x="2445671" y="1235687"/>
                  </a:lnTo>
                  <a:lnTo>
                    <a:pt x="2491216" y="1245412"/>
                  </a:lnTo>
                  <a:lnTo>
                    <a:pt x="2536900" y="1254761"/>
                  </a:lnTo>
                  <a:lnTo>
                    <a:pt x="2582720" y="1263730"/>
                  </a:lnTo>
                  <a:lnTo>
                    <a:pt x="2628676" y="1272320"/>
                  </a:lnTo>
                  <a:lnTo>
                    <a:pt x="2674765" y="1280527"/>
                  </a:lnTo>
                  <a:lnTo>
                    <a:pt x="2720986" y="1288351"/>
                  </a:lnTo>
                  <a:lnTo>
                    <a:pt x="2767336" y="1295789"/>
                  </a:lnTo>
                  <a:lnTo>
                    <a:pt x="2813815" y="1302840"/>
                  </a:lnTo>
                  <a:lnTo>
                    <a:pt x="2860421" y="1309502"/>
                  </a:lnTo>
                  <a:lnTo>
                    <a:pt x="2907151" y="1315774"/>
                  </a:lnTo>
                  <a:lnTo>
                    <a:pt x="2954005" y="1321653"/>
                  </a:lnTo>
                  <a:lnTo>
                    <a:pt x="3000980" y="1327138"/>
                  </a:lnTo>
                  <a:lnTo>
                    <a:pt x="3048074" y="1332228"/>
                  </a:lnTo>
                  <a:lnTo>
                    <a:pt x="3095287" y="1336920"/>
                  </a:lnTo>
                  <a:lnTo>
                    <a:pt x="3142616" y="1341213"/>
                  </a:lnTo>
                  <a:lnTo>
                    <a:pt x="3190060" y="1345106"/>
                  </a:lnTo>
                  <a:lnTo>
                    <a:pt x="3237616" y="1348596"/>
                  </a:lnTo>
                  <a:lnTo>
                    <a:pt x="3285284" y="1351681"/>
                  </a:lnTo>
                  <a:lnTo>
                    <a:pt x="3333061" y="1354361"/>
                  </a:lnTo>
                  <a:lnTo>
                    <a:pt x="3380947" y="1356633"/>
                  </a:lnTo>
                  <a:lnTo>
                    <a:pt x="3428938" y="1358496"/>
                  </a:lnTo>
                  <a:lnTo>
                    <a:pt x="3477034" y="1359948"/>
                  </a:lnTo>
                  <a:lnTo>
                    <a:pt x="3525232" y="1360987"/>
                  </a:lnTo>
                  <a:lnTo>
                    <a:pt x="3573531" y="1361612"/>
                  </a:lnTo>
                  <a:lnTo>
                    <a:pt x="3621930" y="1361821"/>
                  </a:lnTo>
                  <a:lnTo>
                    <a:pt x="3670329" y="1361612"/>
                  </a:lnTo>
                  <a:lnTo>
                    <a:pt x="3718628" y="1360987"/>
                  </a:lnTo>
                  <a:lnTo>
                    <a:pt x="3766827" y="1359948"/>
                  </a:lnTo>
                  <a:lnTo>
                    <a:pt x="3814922" y="1358496"/>
                  </a:lnTo>
                  <a:lnTo>
                    <a:pt x="3862914" y="1356633"/>
                  </a:lnTo>
                  <a:lnTo>
                    <a:pt x="3910799" y="1354361"/>
                  </a:lnTo>
                  <a:lnTo>
                    <a:pt x="3958576" y="1351681"/>
                  </a:lnTo>
                  <a:lnTo>
                    <a:pt x="4006244" y="1348596"/>
                  </a:lnTo>
                  <a:lnTo>
                    <a:pt x="4053801" y="1345106"/>
                  </a:lnTo>
                  <a:lnTo>
                    <a:pt x="4101244" y="1341213"/>
                  </a:lnTo>
                  <a:lnTo>
                    <a:pt x="4148573" y="1336920"/>
                  </a:lnTo>
                  <a:lnTo>
                    <a:pt x="4195786" y="1332228"/>
                  </a:lnTo>
                  <a:lnTo>
                    <a:pt x="4242881" y="1327138"/>
                  </a:lnTo>
                  <a:lnTo>
                    <a:pt x="4289856" y="1321653"/>
                  </a:lnTo>
                  <a:lnTo>
                    <a:pt x="4336709" y="1315774"/>
                  </a:lnTo>
                  <a:lnTo>
                    <a:pt x="4383439" y="1309502"/>
                  </a:lnTo>
                  <a:lnTo>
                    <a:pt x="4430045" y="1302840"/>
                  </a:lnTo>
                  <a:lnTo>
                    <a:pt x="4476524" y="1295789"/>
                  </a:lnTo>
                  <a:lnTo>
                    <a:pt x="4522874" y="1288351"/>
                  </a:lnTo>
                  <a:lnTo>
                    <a:pt x="4569095" y="1280527"/>
                  </a:lnTo>
                  <a:lnTo>
                    <a:pt x="4615184" y="1272320"/>
                  </a:lnTo>
                  <a:lnTo>
                    <a:pt x="4650630" y="1265695"/>
                  </a:lnTo>
                </a:path>
              </a:pathLst>
            </a:custGeom>
            <a:ln w="514350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6333637" y="929020"/>
              <a:ext cx="914400" cy="209550"/>
            </a:xfrm>
            <a:custGeom>
              <a:avLst/>
              <a:gdLst/>
              <a:ahLst/>
              <a:cxnLst/>
              <a:rect l="l" t="t" r="r" b="b"/>
              <a:pathLst>
                <a:path w="914400" h="209550">
                  <a:moveTo>
                    <a:pt x="114265" y="0"/>
                  </a:moveTo>
                  <a:lnTo>
                    <a:pt x="69777" y="8216"/>
                  </a:lnTo>
                  <a:lnTo>
                    <a:pt x="33457" y="30628"/>
                  </a:lnTo>
                  <a:lnTo>
                    <a:pt x="8975" y="63875"/>
                  </a:lnTo>
                  <a:lnTo>
                    <a:pt x="0" y="104599"/>
                  </a:lnTo>
                  <a:lnTo>
                    <a:pt x="8976" y="145324"/>
                  </a:lnTo>
                  <a:lnTo>
                    <a:pt x="33458" y="178571"/>
                  </a:lnTo>
                  <a:lnTo>
                    <a:pt x="69778" y="200982"/>
                  </a:lnTo>
                  <a:lnTo>
                    <a:pt x="114266" y="209199"/>
                  </a:lnTo>
                  <a:lnTo>
                    <a:pt x="158753" y="200982"/>
                  </a:lnTo>
                  <a:lnTo>
                    <a:pt x="195073" y="178571"/>
                  </a:lnTo>
                  <a:lnTo>
                    <a:pt x="219555" y="145324"/>
                  </a:lnTo>
                  <a:lnTo>
                    <a:pt x="228531" y="104599"/>
                  </a:lnTo>
                  <a:lnTo>
                    <a:pt x="219554" y="63875"/>
                  </a:lnTo>
                  <a:lnTo>
                    <a:pt x="195072" y="30628"/>
                  </a:lnTo>
                  <a:lnTo>
                    <a:pt x="158752" y="8216"/>
                  </a:lnTo>
                  <a:lnTo>
                    <a:pt x="114265" y="0"/>
                  </a:lnTo>
                  <a:close/>
                </a:path>
                <a:path w="914400" h="209550">
                  <a:moveTo>
                    <a:pt x="799858" y="0"/>
                  </a:moveTo>
                  <a:lnTo>
                    <a:pt x="755371" y="8217"/>
                  </a:lnTo>
                  <a:lnTo>
                    <a:pt x="719051" y="30628"/>
                  </a:lnTo>
                  <a:lnTo>
                    <a:pt x="694569" y="63875"/>
                  </a:lnTo>
                  <a:lnTo>
                    <a:pt x="685593" y="104600"/>
                  </a:lnTo>
                  <a:lnTo>
                    <a:pt x="694570" y="145324"/>
                  </a:lnTo>
                  <a:lnTo>
                    <a:pt x="719052" y="178572"/>
                  </a:lnTo>
                  <a:lnTo>
                    <a:pt x="755372" y="200983"/>
                  </a:lnTo>
                  <a:lnTo>
                    <a:pt x="799860" y="209200"/>
                  </a:lnTo>
                  <a:lnTo>
                    <a:pt x="844347" y="200983"/>
                  </a:lnTo>
                  <a:lnTo>
                    <a:pt x="880667" y="178572"/>
                  </a:lnTo>
                  <a:lnTo>
                    <a:pt x="905149" y="145324"/>
                  </a:lnTo>
                  <a:lnTo>
                    <a:pt x="914125" y="104600"/>
                  </a:lnTo>
                  <a:lnTo>
                    <a:pt x="905148" y="63875"/>
                  </a:lnTo>
                  <a:lnTo>
                    <a:pt x="880666" y="30628"/>
                  </a:lnTo>
                  <a:lnTo>
                    <a:pt x="844346" y="8217"/>
                  </a:lnTo>
                  <a:lnTo>
                    <a:pt x="799858" y="0"/>
                  </a:lnTo>
                  <a:close/>
                </a:path>
                <a:path w="914400" h="209550">
                  <a:moveTo>
                    <a:pt x="457061" y="0"/>
                  </a:moveTo>
                  <a:lnTo>
                    <a:pt x="412574" y="8217"/>
                  </a:lnTo>
                  <a:lnTo>
                    <a:pt x="376254" y="30628"/>
                  </a:lnTo>
                  <a:lnTo>
                    <a:pt x="351772" y="63875"/>
                  </a:lnTo>
                  <a:lnTo>
                    <a:pt x="342796" y="104600"/>
                  </a:lnTo>
                  <a:lnTo>
                    <a:pt x="351773" y="145324"/>
                  </a:lnTo>
                  <a:lnTo>
                    <a:pt x="376255" y="178571"/>
                  </a:lnTo>
                  <a:lnTo>
                    <a:pt x="412575" y="200983"/>
                  </a:lnTo>
                  <a:lnTo>
                    <a:pt x="457063" y="209200"/>
                  </a:lnTo>
                  <a:lnTo>
                    <a:pt x="501550" y="200983"/>
                  </a:lnTo>
                  <a:lnTo>
                    <a:pt x="537870" y="178571"/>
                  </a:lnTo>
                  <a:lnTo>
                    <a:pt x="562352" y="145324"/>
                  </a:lnTo>
                  <a:lnTo>
                    <a:pt x="571328" y="104600"/>
                  </a:lnTo>
                  <a:lnTo>
                    <a:pt x="562351" y="63875"/>
                  </a:lnTo>
                  <a:lnTo>
                    <a:pt x="537869" y="30628"/>
                  </a:lnTo>
                  <a:lnTo>
                    <a:pt x="501549" y="8217"/>
                  </a:lnTo>
                  <a:lnTo>
                    <a:pt x="457061" y="0"/>
                  </a:lnTo>
                  <a:close/>
                </a:path>
              </a:pathLst>
            </a:custGeom>
            <a:solidFill>
              <a:srgbClr val="FC6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35" dirty="0"/>
              <a:t> </a:t>
            </a:r>
            <a:r>
              <a:rPr dirty="0"/>
              <a:t>SYSTEM</a:t>
            </a:r>
            <a:r>
              <a:rPr spc="-300" dirty="0"/>
              <a:t> </a:t>
            </a:r>
            <a:r>
              <a:rPr spc="-10" dirty="0"/>
              <a:t>ARCHITECTURE</a:t>
            </a: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0" y="2686050"/>
            <a:ext cx="13944600" cy="7334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31863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06830" y="5565775"/>
            <a:ext cx="24765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6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642556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45844" y="2105024"/>
            <a:ext cx="170815" cy="2954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8892" y="6548755"/>
            <a:ext cx="165735" cy="16211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3970">
              <a:lnSpc>
                <a:spcPct val="100000"/>
              </a:lnSpc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95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WORKFLOW</a:t>
            </a: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9077" y="1932952"/>
            <a:ext cx="12487275" cy="7335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5976873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2"/>
                </a:lnTo>
                <a:lnTo>
                  <a:pt x="401942" y="8950"/>
                </a:lnTo>
                <a:lnTo>
                  <a:pt x="356929" y="19827"/>
                </a:lnTo>
                <a:lnTo>
                  <a:pt x="313618" y="34693"/>
                </a:lnTo>
                <a:lnTo>
                  <a:pt x="272216" y="53341"/>
                </a:lnTo>
                <a:lnTo>
                  <a:pt x="232930" y="75562"/>
                </a:lnTo>
                <a:lnTo>
                  <a:pt x="195970" y="101148"/>
                </a:lnTo>
                <a:lnTo>
                  <a:pt x="161543" y="129892"/>
                </a:lnTo>
                <a:lnTo>
                  <a:pt x="129857" y="161585"/>
                </a:lnTo>
                <a:lnTo>
                  <a:pt x="101120" y="196018"/>
                </a:lnTo>
                <a:lnTo>
                  <a:pt x="75540" y="232985"/>
                </a:lnTo>
                <a:lnTo>
                  <a:pt x="53325" y="272276"/>
                </a:lnTo>
                <a:lnTo>
                  <a:pt x="34682" y="313683"/>
                </a:lnTo>
                <a:lnTo>
                  <a:pt x="19820" y="356999"/>
                </a:lnTo>
                <a:lnTo>
                  <a:pt x="8947" y="402015"/>
                </a:lnTo>
                <a:lnTo>
                  <a:pt x="2271" y="448523"/>
                </a:lnTo>
                <a:lnTo>
                  <a:pt x="0" y="496315"/>
                </a:lnTo>
                <a:lnTo>
                  <a:pt x="2271" y="544106"/>
                </a:lnTo>
                <a:lnTo>
                  <a:pt x="8947" y="590611"/>
                </a:lnTo>
                <a:lnTo>
                  <a:pt x="19820" y="635621"/>
                </a:lnTo>
                <a:lnTo>
                  <a:pt x="34682" y="678930"/>
                </a:lnTo>
                <a:lnTo>
                  <a:pt x="53325" y="720329"/>
                </a:lnTo>
                <a:lnTo>
                  <a:pt x="75540" y="759610"/>
                </a:lnTo>
                <a:lnTo>
                  <a:pt x="101120" y="796566"/>
                </a:lnTo>
                <a:lnTo>
                  <a:pt x="129857" y="830988"/>
                </a:lnTo>
                <a:lnTo>
                  <a:pt x="161543" y="862670"/>
                </a:lnTo>
                <a:lnTo>
                  <a:pt x="195970" y="891403"/>
                </a:lnTo>
                <a:lnTo>
                  <a:pt x="232930" y="916979"/>
                </a:lnTo>
                <a:lnTo>
                  <a:pt x="272216" y="939190"/>
                </a:lnTo>
                <a:lnTo>
                  <a:pt x="313618" y="957829"/>
                </a:lnTo>
                <a:lnTo>
                  <a:pt x="356929" y="972688"/>
                </a:lnTo>
                <a:lnTo>
                  <a:pt x="401942" y="983559"/>
                </a:lnTo>
                <a:lnTo>
                  <a:pt x="448448" y="990233"/>
                </a:lnTo>
                <a:lnTo>
                  <a:pt x="496239" y="992504"/>
                </a:lnTo>
                <a:lnTo>
                  <a:pt x="544023" y="990233"/>
                </a:lnTo>
                <a:lnTo>
                  <a:pt x="590524" y="983559"/>
                </a:lnTo>
                <a:lnTo>
                  <a:pt x="635533" y="972688"/>
                </a:lnTo>
                <a:lnTo>
                  <a:pt x="678843" y="957829"/>
                </a:lnTo>
                <a:lnTo>
                  <a:pt x="720246" y="939190"/>
                </a:lnTo>
                <a:lnTo>
                  <a:pt x="759533" y="916979"/>
                </a:lnTo>
                <a:lnTo>
                  <a:pt x="796496" y="891403"/>
                </a:lnTo>
                <a:lnTo>
                  <a:pt x="830927" y="862670"/>
                </a:lnTo>
                <a:lnTo>
                  <a:pt x="862617" y="830988"/>
                </a:lnTo>
                <a:lnTo>
                  <a:pt x="891359" y="796566"/>
                </a:lnTo>
                <a:lnTo>
                  <a:pt x="916944" y="759610"/>
                </a:lnTo>
                <a:lnTo>
                  <a:pt x="939165" y="720329"/>
                </a:lnTo>
                <a:lnTo>
                  <a:pt x="957812" y="678930"/>
                </a:lnTo>
                <a:lnTo>
                  <a:pt x="972678" y="635621"/>
                </a:lnTo>
                <a:lnTo>
                  <a:pt x="983554" y="590611"/>
                </a:lnTo>
                <a:lnTo>
                  <a:pt x="990232" y="544106"/>
                </a:lnTo>
                <a:lnTo>
                  <a:pt x="992504" y="496315"/>
                </a:lnTo>
                <a:lnTo>
                  <a:pt x="990232" y="448523"/>
                </a:lnTo>
                <a:lnTo>
                  <a:pt x="983554" y="402015"/>
                </a:lnTo>
                <a:lnTo>
                  <a:pt x="972678" y="356999"/>
                </a:lnTo>
                <a:lnTo>
                  <a:pt x="957812" y="313683"/>
                </a:lnTo>
                <a:lnTo>
                  <a:pt x="939165" y="272276"/>
                </a:lnTo>
                <a:lnTo>
                  <a:pt x="916944" y="232985"/>
                </a:lnTo>
                <a:lnTo>
                  <a:pt x="891359" y="196018"/>
                </a:lnTo>
                <a:lnTo>
                  <a:pt x="862617" y="161585"/>
                </a:lnTo>
                <a:lnTo>
                  <a:pt x="830927" y="129892"/>
                </a:lnTo>
                <a:lnTo>
                  <a:pt x="796496" y="101148"/>
                </a:lnTo>
                <a:lnTo>
                  <a:pt x="759533" y="75562"/>
                </a:lnTo>
                <a:lnTo>
                  <a:pt x="720246" y="53341"/>
                </a:lnTo>
                <a:lnTo>
                  <a:pt x="678843" y="34693"/>
                </a:lnTo>
                <a:lnTo>
                  <a:pt x="635533" y="19827"/>
                </a:lnTo>
                <a:lnTo>
                  <a:pt x="590524" y="8950"/>
                </a:lnTo>
                <a:lnTo>
                  <a:pt x="544023" y="2272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15974" y="6224142"/>
            <a:ext cx="22987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>
                <a:solidFill>
                  <a:srgbClr val="FFFDFD"/>
                </a:solidFill>
                <a:latin typeface="Tahoma"/>
                <a:cs typeface="Tahoma"/>
              </a:rPr>
              <a:t>7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51940" y="3438524"/>
            <a:ext cx="15811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179372" y="2105024"/>
            <a:ext cx="10287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153464" y="2770759"/>
            <a:ext cx="15557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145844" y="4106417"/>
            <a:ext cx="170815" cy="16205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700">
              <a:latin typeface="Tahoma"/>
              <a:cs typeface="Tahoma"/>
            </a:endParaRPr>
          </a:p>
          <a:p>
            <a:pPr marL="1841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77734" y="709320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4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148892" y="7216520"/>
            <a:ext cx="165735" cy="953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1700" spc="95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333637" y="929020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2172335">
              <a:lnSpc>
                <a:spcPct val="100000"/>
              </a:lnSpc>
              <a:spcBef>
                <a:spcPts val="100"/>
              </a:spcBef>
            </a:pPr>
            <a:r>
              <a:rPr dirty="0"/>
              <a:t>TECHNOLOGIES</a:t>
            </a:r>
            <a:r>
              <a:rPr spc="-70" dirty="0"/>
              <a:t> </a:t>
            </a:r>
            <a:r>
              <a:rPr spc="-20" dirty="0"/>
              <a:t>USED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288794" y="1648714"/>
            <a:ext cx="12081510" cy="2159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Char char="-"/>
              <a:tabLst>
                <a:tab pos="469265" algn="l"/>
              </a:tabLst>
            </a:pPr>
            <a:r>
              <a:rPr sz="2800" spc="-10" dirty="0">
                <a:latin typeface="Calibri"/>
                <a:cs typeface="Calibri"/>
              </a:rPr>
              <a:t>Frontend: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React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(Functional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JSX,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useState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Hook,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Event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Handling)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2800" spc="-10" dirty="0">
                <a:latin typeface="Calibri"/>
                <a:cs typeface="Calibri"/>
              </a:rPr>
              <a:t>Backend: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applicable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(Client-</a:t>
            </a:r>
            <a:r>
              <a:rPr sz="2800" dirty="0">
                <a:latin typeface="Calibri"/>
                <a:cs typeface="Calibri"/>
              </a:rPr>
              <a:t>side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only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application)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2800" spc="-10" dirty="0">
                <a:latin typeface="Calibri"/>
                <a:cs typeface="Calibri"/>
              </a:rPr>
              <a:t>Database: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JavaScript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State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Management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(in-</a:t>
            </a:r>
            <a:r>
              <a:rPr sz="2800" dirty="0">
                <a:latin typeface="Calibri"/>
                <a:cs typeface="Calibri"/>
              </a:rPr>
              <a:t>memory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useState)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2800" spc="-30" dirty="0">
                <a:latin typeface="Calibri"/>
                <a:cs typeface="Calibri"/>
              </a:rPr>
              <a:t>Tools: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Code,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Node.js,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npm,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React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App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/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Vite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2800" spc="-10" dirty="0">
                <a:latin typeface="Calibri"/>
                <a:cs typeface="Calibri"/>
              </a:rPr>
              <a:t>Requirements: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Any</a:t>
            </a:r>
            <a:r>
              <a:rPr sz="2800" spc="-11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modern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browser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(Chrome/Firefox),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Windows/Linux/Mac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9827" y="1281176"/>
            <a:ext cx="1500505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95"/>
              </a:spcBef>
              <a:buFont typeface="Calibri"/>
              <a:buChar char="-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1: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Event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Details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Module</a:t>
            </a:r>
            <a:endParaRPr sz="2800">
              <a:latin typeface="Calibri"/>
              <a:cs typeface="Calibri"/>
            </a:endParaRPr>
          </a:p>
          <a:p>
            <a:pPr marL="469265" marR="180975" indent="-457200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Displays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department,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&amp;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time,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venue,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ticket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price,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available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</a:t>
            </a:r>
            <a:r>
              <a:rPr sz="2800" spc="-10" dirty="0">
                <a:latin typeface="Calibri"/>
                <a:cs typeface="Calibri"/>
              </a:rPr>
              <a:t>user.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Calibri"/>
              <a:buChar char="-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10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2: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Ticket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Booking</a:t>
            </a:r>
            <a:r>
              <a:rPr sz="2800" b="1" spc="-8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Module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Accepts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email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ID,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department,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tickets.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Validates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inputs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before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booking.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Calibri"/>
              <a:buChar char="-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3: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20" dirty="0">
                <a:latin typeface="Calibri"/>
                <a:cs typeface="Calibri"/>
              </a:rPr>
              <a:t>Validation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&amp;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Error</a:t>
            </a:r>
            <a:r>
              <a:rPr sz="2800" b="1" spc="-7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Handling</a:t>
            </a:r>
            <a:r>
              <a:rPr sz="2800" b="1" spc="-6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Module</a:t>
            </a:r>
            <a:endParaRPr sz="2800">
              <a:latin typeface="Calibri"/>
              <a:cs typeface="Calibri"/>
            </a:endParaRPr>
          </a:p>
          <a:p>
            <a:pPr marL="469265" marR="162560" indent="-457200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2800" spc="-25" dirty="0">
                <a:latin typeface="Calibri"/>
                <a:cs typeface="Calibri"/>
              </a:rPr>
              <a:t>Validates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mandatory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fields,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email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positive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count,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prevents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overbooking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clear </a:t>
            </a:r>
            <a:r>
              <a:rPr sz="2800" dirty="0">
                <a:latin typeface="Calibri"/>
                <a:cs typeface="Calibri"/>
              </a:rPr>
              <a:t>error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messages.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Calibri"/>
              <a:buChar char="-"/>
              <a:tabLst>
                <a:tab pos="469265" algn="l"/>
              </a:tabLst>
            </a:pPr>
            <a:r>
              <a:rPr sz="2800" b="1" dirty="0">
                <a:latin typeface="Calibri"/>
                <a:cs typeface="Calibri"/>
              </a:rPr>
              <a:t>Module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4: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Booking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Confirmation</a:t>
            </a:r>
            <a:r>
              <a:rPr sz="2800" b="1" spc="-6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Module</a:t>
            </a:r>
            <a:endParaRPr sz="2800">
              <a:latin typeface="Calibri"/>
              <a:cs typeface="Calibri"/>
            </a:endParaRPr>
          </a:p>
          <a:p>
            <a:pPr marL="469265" marR="321310" indent="-457200">
              <a:lnSpc>
                <a:spcPct val="100000"/>
              </a:lnSpc>
              <a:spcBef>
                <a:spcPts val="5"/>
              </a:spcBef>
              <a:buChar char="-"/>
              <a:tabLst>
                <a:tab pos="469265" algn="l"/>
              </a:tabLst>
            </a:pPr>
            <a:r>
              <a:rPr sz="2800" dirty="0">
                <a:latin typeface="Calibri"/>
                <a:cs typeface="Calibri"/>
              </a:rPr>
              <a:t>Displays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booking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summary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event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name,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number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tickets,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total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amount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after </a:t>
            </a:r>
            <a:r>
              <a:rPr sz="2800" dirty="0">
                <a:latin typeface="Calibri"/>
                <a:cs typeface="Calibri"/>
              </a:rPr>
              <a:t>successful</a:t>
            </a:r>
            <a:r>
              <a:rPr sz="2800" spc="-1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booking.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122070" y="2105024"/>
            <a:ext cx="217804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9850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6195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3815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2400" b="1" spc="-5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70654" y="1996106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346" y="0"/>
                </a:moveTo>
                <a:lnTo>
                  <a:pt x="1082001" y="46973"/>
                </a:lnTo>
                <a:lnTo>
                  <a:pt x="1055312" y="83198"/>
                </a:lnTo>
                <a:lnTo>
                  <a:pt x="1028912" y="119647"/>
                </a:lnTo>
                <a:lnTo>
                  <a:pt x="1002804" y="156321"/>
                </a:lnTo>
                <a:lnTo>
                  <a:pt x="976990" y="193217"/>
                </a:lnTo>
                <a:lnTo>
                  <a:pt x="951471" y="230332"/>
                </a:lnTo>
                <a:lnTo>
                  <a:pt x="926248" y="267666"/>
                </a:lnTo>
                <a:lnTo>
                  <a:pt x="901325" y="305218"/>
                </a:lnTo>
                <a:lnTo>
                  <a:pt x="876701" y="342984"/>
                </a:lnTo>
                <a:lnTo>
                  <a:pt x="852380" y="380963"/>
                </a:lnTo>
                <a:lnTo>
                  <a:pt x="828362" y="419155"/>
                </a:lnTo>
                <a:lnTo>
                  <a:pt x="804649" y="457556"/>
                </a:lnTo>
                <a:lnTo>
                  <a:pt x="781244" y="496166"/>
                </a:lnTo>
                <a:lnTo>
                  <a:pt x="758148" y="534982"/>
                </a:lnTo>
                <a:lnTo>
                  <a:pt x="735362" y="574003"/>
                </a:lnTo>
                <a:lnTo>
                  <a:pt x="712888" y="613228"/>
                </a:lnTo>
                <a:lnTo>
                  <a:pt x="690728" y="652653"/>
                </a:lnTo>
                <a:lnTo>
                  <a:pt x="668884" y="692279"/>
                </a:lnTo>
                <a:lnTo>
                  <a:pt x="647357" y="732103"/>
                </a:lnTo>
                <a:lnTo>
                  <a:pt x="626149" y="772123"/>
                </a:lnTo>
                <a:lnTo>
                  <a:pt x="605262" y="812338"/>
                </a:lnTo>
                <a:lnTo>
                  <a:pt x="584697" y="852745"/>
                </a:lnTo>
                <a:lnTo>
                  <a:pt x="564456" y="893344"/>
                </a:lnTo>
                <a:lnTo>
                  <a:pt x="544541" y="934133"/>
                </a:lnTo>
                <a:lnTo>
                  <a:pt x="524954" y="975110"/>
                </a:lnTo>
                <a:lnTo>
                  <a:pt x="505696" y="1016272"/>
                </a:lnTo>
                <a:lnTo>
                  <a:pt x="486769" y="1057619"/>
                </a:lnTo>
                <a:lnTo>
                  <a:pt x="468174" y="1099149"/>
                </a:lnTo>
                <a:lnTo>
                  <a:pt x="449914" y="1140860"/>
                </a:lnTo>
                <a:lnTo>
                  <a:pt x="431990" y="1182751"/>
                </a:lnTo>
                <a:lnTo>
                  <a:pt x="414404" y="1224819"/>
                </a:lnTo>
                <a:lnTo>
                  <a:pt x="397157" y="1267062"/>
                </a:lnTo>
                <a:lnTo>
                  <a:pt x="380251" y="1309481"/>
                </a:lnTo>
                <a:lnTo>
                  <a:pt x="363688" y="1352071"/>
                </a:lnTo>
                <a:lnTo>
                  <a:pt x="347470" y="1394833"/>
                </a:lnTo>
                <a:lnTo>
                  <a:pt x="331598" y="1437763"/>
                </a:lnTo>
                <a:lnTo>
                  <a:pt x="316074" y="1480862"/>
                </a:lnTo>
                <a:lnTo>
                  <a:pt x="300899" y="1524125"/>
                </a:lnTo>
                <a:lnTo>
                  <a:pt x="286076" y="1567553"/>
                </a:lnTo>
                <a:lnTo>
                  <a:pt x="271606" y="1611143"/>
                </a:lnTo>
                <a:lnTo>
                  <a:pt x="257491" y="1654894"/>
                </a:lnTo>
                <a:lnTo>
                  <a:pt x="243732" y="1698804"/>
                </a:lnTo>
                <a:lnTo>
                  <a:pt x="230332" y="1742871"/>
                </a:lnTo>
                <a:lnTo>
                  <a:pt x="217291" y="1787093"/>
                </a:lnTo>
                <a:lnTo>
                  <a:pt x="204612" y="1831469"/>
                </a:lnTo>
                <a:lnTo>
                  <a:pt x="192297" y="1875998"/>
                </a:lnTo>
                <a:lnTo>
                  <a:pt x="180346" y="1920676"/>
                </a:lnTo>
                <a:lnTo>
                  <a:pt x="168762" y="1965504"/>
                </a:lnTo>
                <a:lnTo>
                  <a:pt x="157546" y="2010478"/>
                </a:lnTo>
                <a:lnTo>
                  <a:pt x="146701" y="2055598"/>
                </a:lnTo>
                <a:lnTo>
                  <a:pt x="136227" y="2100861"/>
                </a:lnTo>
                <a:lnTo>
                  <a:pt x="126127" y="2146266"/>
                </a:lnTo>
                <a:lnTo>
                  <a:pt x="116402" y="2191812"/>
                </a:lnTo>
                <a:lnTo>
                  <a:pt x="107054" y="2237496"/>
                </a:lnTo>
                <a:lnTo>
                  <a:pt x="98085" y="2283316"/>
                </a:lnTo>
                <a:lnTo>
                  <a:pt x="89496" y="2329272"/>
                </a:lnTo>
                <a:lnTo>
                  <a:pt x="81289" y="2375361"/>
                </a:lnTo>
                <a:lnTo>
                  <a:pt x="73466" y="2421582"/>
                </a:lnTo>
                <a:lnTo>
                  <a:pt x="66028" y="2467932"/>
                </a:lnTo>
                <a:lnTo>
                  <a:pt x="58977" y="2514411"/>
                </a:lnTo>
                <a:lnTo>
                  <a:pt x="52315" y="2561017"/>
                </a:lnTo>
                <a:lnTo>
                  <a:pt x="46044" y="2607747"/>
                </a:lnTo>
                <a:lnTo>
                  <a:pt x="40165" y="2654601"/>
                </a:lnTo>
                <a:lnTo>
                  <a:pt x="34680" y="2701575"/>
                </a:lnTo>
                <a:lnTo>
                  <a:pt x="29591" y="2748670"/>
                </a:lnTo>
                <a:lnTo>
                  <a:pt x="24899" y="2795883"/>
                </a:lnTo>
                <a:lnTo>
                  <a:pt x="20606" y="2843212"/>
                </a:lnTo>
                <a:lnTo>
                  <a:pt x="16714" y="2890656"/>
                </a:lnTo>
                <a:lnTo>
                  <a:pt x="13224" y="2938212"/>
                </a:lnTo>
                <a:lnTo>
                  <a:pt x="10138" y="2985880"/>
                </a:lnTo>
                <a:lnTo>
                  <a:pt x="7459" y="3033657"/>
                </a:lnTo>
                <a:lnTo>
                  <a:pt x="5187" y="3081542"/>
                </a:lnTo>
                <a:lnTo>
                  <a:pt x="3324" y="3129534"/>
                </a:lnTo>
                <a:lnTo>
                  <a:pt x="1872" y="3177629"/>
                </a:lnTo>
                <a:lnTo>
                  <a:pt x="833" y="3225828"/>
                </a:lnTo>
                <a:lnTo>
                  <a:pt x="208" y="3274127"/>
                </a:lnTo>
                <a:lnTo>
                  <a:pt x="0" y="3322526"/>
                </a:lnTo>
                <a:lnTo>
                  <a:pt x="208" y="3370925"/>
                </a:lnTo>
                <a:lnTo>
                  <a:pt x="833" y="3419224"/>
                </a:lnTo>
                <a:lnTo>
                  <a:pt x="1872" y="3467422"/>
                </a:lnTo>
                <a:lnTo>
                  <a:pt x="3324" y="3515518"/>
                </a:lnTo>
                <a:lnTo>
                  <a:pt x="5187" y="3563509"/>
                </a:lnTo>
                <a:lnTo>
                  <a:pt x="7459" y="3611395"/>
                </a:lnTo>
                <a:lnTo>
                  <a:pt x="10138" y="3659172"/>
                </a:lnTo>
                <a:lnTo>
                  <a:pt x="13224" y="3706840"/>
                </a:lnTo>
                <a:lnTo>
                  <a:pt x="16714" y="3754396"/>
                </a:lnTo>
                <a:lnTo>
                  <a:pt x="20606" y="3801840"/>
                </a:lnTo>
                <a:lnTo>
                  <a:pt x="24899" y="3849169"/>
                </a:lnTo>
                <a:lnTo>
                  <a:pt x="29591" y="3896382"/>
                </a:lnTo>
                <a:lnTo>
                  <a:pt x="34680" y="3943477"/>
                </a:lnTo>
                <a:lnTo>
                  <a:pt x="40165" y="3990452"/>
                </a:lnTo>
                <a:lnTo>
                  <a:pt x="46044" y="4037305"/>
                </a:lnTo>
                <a:lnTo>
                  <a:pt x="52315" y="4084035"/>
                </a:lnTo>
                <a:lnTo>
                  <a:pt x="58977" y="4130641"/>
                </a:lnTo>
                <a:lnTo>
                  <a:pt x="66028" y="4177120"/>
                </a:lnTo>
                <a:lnTo>
                  <a:pt x="73466" y="4223471"/>
                </a:lnTo>
                <a:lnTo>
                  <a:pt x="81289" y="4269691"/>
                </a:lnTo>
                <a:lnTo>
                  <a:pt x="89496" y="4315780"/>
                </a:lnTo>
                <a:lnTo>
                  <a:pt x="98085" y="4361736"/>
                </a:lnTo>
                <a:lnTo>
                  <a:pt x="107054" y="4407557"/>
                </a:lnTo>
                <a:lnTo>
                  <a:pt x="116402" y="4453241"/>
                </a:lnTo>
                <a:lnTo>
                  <a:pt x="126127" y="4498786"/>
                </a:lnTo>
                <a:lnTo>
                  <a:pt x="136227" y="4544191"/>
                </a:lnTo>
                <a:lnTo>
                  <a:pt x="146701" y="4589455"/>
                </a:lnTo>
                <a:lnTo>
                  <a:pt x="157546" y="4634574"/>
                </a:lnTo>
                <a:lnTo>
                  <a:pt x="168762" y="4679549"/>
                </a:lnTo>
                <a:lnTo>
                  <a:pt x="180346" y="4724376"/>
                </a:lnTo>
                <a:lnTo>
                  <a:pt x="192297" y="4769055"/>
                </a:lnTo>
                <a:lnTo>
                  <a:pt x="204612" y="4813584"/>
                </a:lnTo>
                <a:lnTo>
                  <a:pt x="217291" y="4857960"/>
                </a:lnTo>
                <a:lnTo>
                  <a:pt x="230332" y="4902182"/>
                </a:lnTo>
                <a:lnTo>
                  <a:pt x="243732" y="4946249"/>
                </a:lnTo>
                <a:lnTo>
                  <a:pt x="257491" y="4990159"/>
                </a:lnTo>
                <a:lnTo>
                  <a:pt x="271606" y="5033910"/>
                </a:lnTo>
                <a:lnTo>
                  <a:pt x="286076" y="5077500"/>
                </a:lnTo>
                <a:lnTo>
                  <a:pt x="300899" y="5120928"/>
                </a:lnTo>
                <a:lnTo>
                  <a:pt x="316074" y="5164192"/>
                </a:lnTo>
                <a:lnTo>
                  <a:pt x="331598" y="5207290"/>
                </a:lnTo>
                <a:lnTo>
                  <a:pt x="347470" y="5250221"/>
                </a:lnTo>
                <a:lnTo>
                  <a:pt x="363688" y="5292982"/>
                </a:lnTo>
                <a:lnTo>
                  <a:pt x="380251" y="5335573"/>
                </a:lnTo>
                <a:lnTo>
                  <a:pt x="397157" y="5377991"/>
                </a:lnTo>
                <a:lnTo>
                  <a:pt x="414404" y="5420235"/>
                </a:lnTo>
                <a:lnTo>
                  <a:pt x="431990" y="5462303"/>
                </a:lnTo>
                <a:lnTo>
                  <a:pt x="449914" y="5504194"/>
                </a:lnTo>
                <a:lnTo>
                  <a:pt x="468174" y="5545905"/>
                </a:lnTo>
                <a:lnTo>
                  <a:pt x="486769" y="5587435"/>
                </a:lnTo>
                <a:lnTo>
                  <a:pt x="505696" y="5628782"/>
                </a:lnTo>
                <a:lnTo>
                  <a:pt x="524954" y="5669945"/>
                </a:lnTo>
                <a:lnTo>
                  <a:pt x="544541" y="5710921"/>
                </a:lnTo>
                <a:lnTo>
                  <a:pt x="564456" y="5751710"/>
                </a:lnTo>
                <a:lnTo>
                  <a:pt x="584697" y="5792309"/>
                </a:lnTo>
                <a:lnTo>
                  <a:pt x="605262" y="5832717"/>
                </a:lnTo>
                <a:lnTo>
                  <a:pt x="626149" y="5872932"/>
                </a:lnTo>
                <a:lnTo>
                  <a:pt x="647357" y="5912952"/>
                </a:lnTo>
                <a:lnTo>
                  <a:pt x="668884" y="5952776"/>
                </a:lnTo>
                <a:lnTo>
                  <a:pt x="690728" y="5992402"/>
                </a:lnTo>
                <a:lnTo>
                  <a:pt x="712888" y="6031828"/>
                </a:lnTo>
                <a:lnTo>
                  <a:pt x="735362" y="6071052"/>
                </a:lnTo>
                <a:lnTo>
                  <a:pt x="758148" y="6110073"/>
                </a:lnTo>
                <a:lnTo>
                  <a:pt x="781244" y="6148890"/>
                </a:lnTo>
                <a:lnTo>
                  <a:pt x="804649" y="6187499"/>
                </a:lnTo>
                <a:lnTo>
                  <a:pt x="828362" y="6225901"/>
                </a:lnTo>
                <a:lnTo>
                  <a:pt x="852380" y="6264092"/>
                </a:lnTo>
                <a:lnTo>
                  <a:pt x="876701" y="6302072"/>
                </a:lnTo>
                <a:lnTo>
                  <a:pt x="901325" y="6339838"/>
                </a:lnTo>
                <a:lnTo>
                  <a:pt x="926248" y="6377389"/>
                </a:lnTo>
                <a:lnTo>
                  <a:pt x="951471" y="6414724"/>
                </a:lnTo>
                <a:lnTo>
                  <a:pt x="976990" y="6451840"/>
                </a:lnTo>
                <a:lnTo>
                  <a:pt x="1002804" y="6488735"/>
                </a:lnTo>
                <a:lnTo>
                  <a:pt x="1028912" y="6525409"/>
                </a:lnTo>
                <a:lnTo>
                  <a:pt x="1055312" y="6561859"/>
                </a:lnTo>
                <a:lnTo>
                  <a:pt x="1082001" y="6598084"/>
                </a:lnTo>
                <a:lnTo>
                  <a:pt x="1108979" y="6634081"/>
                </a:lnTo>
                <a:lnTo>
                  <a:pt x="1117346" y="6645057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D49B2F9-8E26-3C82-52CB-50DC5D68D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153" y="2194956"/>
            <a:ext cx="10650436" cy="70590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67562" y="2105024"/>
            <a:ext cx="727075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8(A)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127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70654" y="1996106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346" y="0"/>
                </a:moveTo>
                <a:lnTo>
                  <a:pt x="1082001" y="46973"/>
                </a:lnTo>
                <a:lnTo>
                  <a:pt x="1055312" y="83198"/>
                </a:lnTo>
                <a:lnTo>
                  <a:pt x="1028912" y="119647"/>
                </a:lnTo>
                <a:lnTo>
                  <a:pt x="1002804" y="156321"/>
                </a:lnTo>
                <a:lnTo>
                  <a:pt x="976990" y="193217"/>
                </a:lnTo>
                <a:lnTo>
                  <a:pt x="951471" y="230332"/>
                </a:lnTo>
                <a:lnTo>
                  <a:pt x="926248" y="267666"/>
                </a:lnTo>
                <a:lnTo>
                  <a:pt x="901325" y="305218"/>
                </a:lnTo>
                <a:lnTo>
                  <a:pt x="876701" y="342984"/>
                </a:lnTo>
                <a:lnTo>
                  <a:pt x="852380" y="380963"/>
                </a:lnTo>
                <a:lnTo>
                  <a:pt x="828362" y="419155"/>
                </a:lnTo>
                <a:lnTo>
                  <a:pt x="804649" y="457556"/>
                </a:lnTo>
                <a:lnTo>
                  <a:pt x="781244" y="496166"/>
                </a:lnTo>
                <a:lnTo>
                  <a:pt x="758148" y="534982"/>
                </a:lnTo>
                <a:lnTo>
                  <a:pt x="735362" y="574003"/>
                </a:lnTo>
                <a:lnTo>
                  <a:pt x="712888" y="613228"/>
                </a:lnTo>
                <a:lnTo>
                  <a:pt x="690728" y="652653"/>
                </a:lnTo>
                <a:lnTo>
                  <a:pt x="668884" y="692279"/>
                </a:lnTo>
                <a:lnTo>
                  <a:pt x="647357" y="732103"/>
                </a:lnTo>
                <a:lnTo>
                  <a:pt x="626149" y="772123"/>
                </a:lnTo>
                <a:lnTo>
                  <a:pt x="605262" y="812338"/>
                </a:lnTo>
                <a:lnTo>
                  <a:pt x="584697" y="852745"/>
                </a:lnTo>
                <a:lnTo>
                  <a:pt x="564456" y="893344"/>
                </a:lnTo>
                <a:lnTo>
                  <a:pt x="544541" y="934133"/>
                </a:lnTo>
                <a:lnTo>
                  <a:pt x="524954" y="975110"/>
                </a:lnTo>
                <a:lnTo>
                  <a:pt x="505696" y="1016272"/>
                </a:lnTo>
                <a:lnTo>
                  <a:pt x="486769" y="1057619"/>
                </a:lnTo>
                <a:lnTo>
                  <a:pt x="468174" y="1099149"/>
                </a:lnTo>
                <a:lnTo>
                  <a:pt x="449914" y="1140860"/>
                </a:lnTo>
                <a:lnTo>
                  <a:pt x="431990" y="1182751"/>
                </a:lnTo>
                <a:lnTo>
                  <a:pt x="414404" y="1224819"/>
                </a:lnTo>
                <a:lnTo>
                  <a:pt x="397157" y="1267062"/>
                </a:lnTo>
                <a:lnTo>
                  <a:pt x="380251" y="1309481"/>
                </a:lnTo>
                <a:lnTo>
                  <a:pt x="363688" y="1352071"/>
                </a:lnTo>
                <a:lnTo>
                  <a:pt x="347470" y="1394833"/>
                </a:lnTo>
                <a:lnTo>
                  <a:pt x="331598" y="1437763"/>
                </a:lnTo>
                <a:lnTo>
                  <a:pt x="316074" y="1480862"/>
                </a:lnTo>
                <a:lnTo>
                  <a:pt x="300899" y="1524125"/>
                </a:lnTo>
                <a:lnTo>
                  <a:pt x="286076" y="1567553"/>
                </a:lnTo>
                <a:lnTo>
                  <a:pt x="271606" y="1611143"/>
                </a:lnTo>
                <a:lnTo>
                  <a:pt x="257491" y="1654894"/>
                </a:lnTo>
                <a:lnTo>
                  <a:pt x="243732" y="1698804"/>
                </a:lnTo>
                <a:lnTo>
                  <a:pt x="230332" y="1742871"/>
                </a:lnTo>
                <a:lnTo>
                  <a:pt x="217291" y="1787093"/>
                </a:lnTo>
                <a:lnTo>
                  <a:pt x="204612" y="1831469"/>
                </a:lnTo>
                <a:lnTo>
                  <a:pt x="192297" y="1875998"/>
                </a:lnTo>
                <a:lnTo>
                  <a:pt x="180346" y="1920676"/>
                </a:lnTo>
                <a:lnTo>
                  <a:pt x="168762" y="1965504"/>
                </a:lnTo>
                <a:lnTo>
                  <a:pt x="157546" y="2010478"/>
                </a:lnTo>
                <a:lnTo>
                  <a:pt x="146701" y="2055598"/>
                </a:lnTo>
                <a:lnTo>
                  <a:pt x="136227" y="2100861"/>
                </a:lnTo>
                <a:lnTo>
                  <a:pt x="126127" y="2146266"/>
                </a:lnTo>
                <a:lnTo>
                  <a:pt x="116402" y="2191812"/>
                </a:lnTo>
                <a:lnTo>
                  <a:pt x="107054" y="2237496"/>
                </a:lnTo>
                <a:lnTo>
                  <a:pt x="98085" y="2283316"/>
                </a:lnTo>
                <a:lnTo>
                  <a:pt x="89496" y="2329272"/>
                </a:lnTo>
                <a:lnTo>
                  <a:pt x="81289" y="2375361"/>
                </a:lnTo>
                <a:lnTo>
                  <a:pt x="73466" y="2421582"/>
                </a:lnTo>
                <a:lnTo>
                  <a:pt x="66028" y="2467932"/>
                </a:lnTo>
                <a:lnTo>
                  <a:pt x="58977" y="2514411"/>
                </a:lnTo>
                <a:lnTo>
                  <a:pt x="52315" y="2561017"/>
                </a:lnTo>
                <a:lnTo>
                  <a:pt x="46044" y="2607747"/>
                </a:lnTo>
                <a:lnTo>
                  <a:pt x="40165" y="2654601"/>
                </a:lnTo>
                <a:lnTo>
                  <a:pt x="34680" y="2701575"/>
                </a:lnTo>
                <a:lnTo>
                  <a:pt x="29591" y="2748670"/>
                </a:lnTo>
                <a:lnTo>
                  <a:pt x="24899" y="2795883"/>
                </a:lnTo>
                <a:lnTo>
                  <a:pt x="20606" y="2843212"/>
                </a:lnTo>
                <a:lnTo>
                  <a:pt x="16714" y="2890656"/>
                </a:lnTo>
                <a:lnTo>
                  <a:pt x="13224" y="2938212"/>
                </a:lnTo>
                <a:lnTo>
                  <a:pt x="10138" y="2985880"/>
                </a:lnTo>
                <a:lnTo>
                  <a:pt x="7459" y="3033657"/>
                </a:lnTo>
                <a:lnTo>
                  <a:pt x="5187" y="3081542"/>
                </a:lnTo>
                <a:lnTo>
                  <a:pt x="3324" y="3129534"/>
                </a:lnTo>
                <a:lnTo>
                  <a:pt x="1872" y="3177629"/>
                </a:lnTo>
                <a:lnTo>
                  <a:pt x="833" y="3225828"/>
                </a:lnTo>
                <a:lnTo>
                  <a:pt x="208" y="3274127"/>
                </a:lnTo>
                <a:lnTo>
                  <a:pt x="0" y="3322526"/>
                </a:lnTo>
                <a:lnTo>
                  <a:pt x="208" y="3370925"/>
                </a:lnTo>
                <a:lnTo>
                  <a:pt x="833" y="3419224"/>
                </a:lnTo>
                <a:lnTo>
                  <a:pt x="1872" y="3467422"/>
                </a:lnTo>
                <a:lnTo>
                  <a:pt x="3324" y="3515518"/>
                </a:lnTo>
                <a:lnTo>
                  <a:pt x="5187" y="3563509"/>
                </a:lnTo>
                <a:lnTo>
                  <a:pt x="7459" y="3611395"/>
                </a:lnTo>
                <a:lnTo>
                  <a:pt x="10138" y="3659172"/>
                </a:lnTo>
                <a:lnTo>
                  <a:pt x="13224" y="3706840"/>
                </a:lnTo>
                <a:lnTo>
                  <a:pt x="16714" y="3754396"/>
                </a:lnTo>
                <a:lnTo>
                  <a:pt x="20606" y="3801840"/>
                </a:lnTo>
                <a:lnTo>
                  <a:pt x="24899" y="3849169"/>
                </a:lnTo>
                <a:lnTo>
                  <a:pt x="29591" y="3896382"/>
                </a:lnTo>
                <a:lnTo>
                  <a:pt x="34680" y="3943477"/>
                </a:lnTo>
                <a:lnTo>
                  <a:pt x="40165" y="3990452"/>
                </a:lnTo>
                <a:lnTo>
                  <a:pt x="46044" y="4037305"/>
                </a:lnTo>
                <a:lnTo>
                  <a:pt x="52315" y="4084035"/>
                </a:lnTo>
                <a:lnTo>
                  <a:pt x="58977" y="4130641"/>
                </a:lnTo>
                <a:lnTo>
                  <a:pt x="66028" y="4177120"/>
                </a:lnTo>
                <a:lnTo>
                  <a:pt x="73466" y="4223471"/>
                </a:lnTo>
                <a:lnTo>
                  <a:pt x="81289" y="4269691"/>
                </a:lnTo>
                <a:lnTo>
                  <a:pt x="89496" y="4315780"/>
                </a:lnTo>
                <a:lnTo>
                  <a:pt x="98085" y="4361736"/>
                </a:lnTo>
                <a:lnTo>
                  <a:pt x="107054" y="4407557"/>
                </a:lnTo>
                <a:lnTo>
                  <a:pt x="116402" y="4453241"/>
                </a:lnTo>
                <a:lnTo>
                  <a:pt x="126127" y="4498786"/>
                </a:lnTo>
                <a:lnTo>
                  <a:pt x="136227" y="4544191"/>
                </a:lnTo>
                <a:lnTo>
                  <a:pt x="146701" y="4589455"/>
                </a:lnTo>
                <a:lnTo>
                  <a:pt x="157546" y="4634574"/>
                </a:lnTo>
                <a:lnTo>
                  <a:pt x="168762" y="4679549"/>
                </a:lnTo>
                <a:lnTo>
                  <a:pt x="180346" y="4724376"/>
                </a:lnTo>
                <a:lnTo>
                  <a:pt x="192297" y="4769055"/>
                </a:lnTo>
                <a:lnTo>
                  <a:pt x="204612" y="4813584"/>
                </a:lnTo>
                <a:lnTo>
                  <a:pt x="217291" y="4857960"/>
                </a:lnTo>
                <a:lnTo>
                  <a:pt x="230332" y="4902182"/>
                </a:lnTo>
                <a:lnTo>
                  <a:pt x="243732" y="4946249"/>
                </a:lnTo>
                <a:lnTo>
                  <a:pt x="257491" y="4990159"/>
                </a:lnTo>
                <a:lnTo>
                  <a:pt x="271606" y="5033910"/>
                </a:lnTo>
                <a:lnTo>
                  <a:pt x="286076" y="5077500"/>
                </a:lnTo>
                <a:lnTo>
                  <a:pt x="300899" y="5120928"/>
                </a:lnTo>
                <a:lnTo>
                  <a:pt x="316074" y="5164192"/>
                </a:lnTo>
                <a:lnTo>
                  <a:pt x="331598" y="5207290"/>
                </a:lnTo>
                <a:lnTo>
                  <a:pt x="347470" y="5250221"/>
                </a:lnTo>
                <a:lnTo>
                  <a:pt x="363688" y="5292982"/>
                </a:lnTo>
                <a:lnTo>
                  <a:pt x="380251" y="5335573"/>
                </a:lnTo>
                <a:lnTo>
                  <a:pt x="397157" y="5377991"/>
                </a:lnTo>
                <a:lnTo>
                  <a:pt x="414404" y="5420235"/>
                </a:lnTo>
                <a:lnTo>
                  <a:pt x="431990" y="5462303"/>
                </a:lnTo>
                <a:lnTo>
                  <a:pt x="449914" y="5504194"/>
                </a:lnTo>
                <a:lnTo>
                  <a:pt x="468174" y="5545905"/>
                </a:lnTo>
                <a:lnTo>
                  <a:pt x="486769" y="5587435"/>
                </a:lnTo>
                <a:lnTo>
                  <a:pt x="505696" y="5628782"/>
                </a:lnTo>
                <a:lnTo>
                  <a:pt x="524954" y="5669945"/>
                </a:lnTo>
                <a:lnTo>
                  <a:pt x="544541" y="5710921"/>
                </a:lnTo>
                <a:lnTo>
                  <a:pt x="564456" y="5751710"/>
                </a:lnTo>
                <a:lnTo>
                  <a:pt x="584697" y="5792309"/>
                </a:lnTo>
                <a:lnTo>
                  <a:pt x="605262" y="5832717"/>
                </a:lnTo>
                <a:lnTo>
                  <a:pt x="626149" y="5872932"/>
                </a:lnTo>
                <a:lnTo>
                  <a:pt x="647357" y="5912952"/>
                </a:lnTo>
                <a:lnTo>
                  <a:pt x="668884" y="5952776"/>
                </a:lnTo>
                <a:lnTo>
                  <a:pt x="690728" y="5992402"/>
                </a:lnTo>
                <a:lnTo>
                  <a:pt x="712888" y="6031828"/>
                </a:lnTo>
                <a:lnTo>
                  <a:pt x="735362" y="6071052"/>
                </a:lnTo>
                <a:lnTo>
                  <a:pt x="758148" y="6110073"/>
                </a:lnTo>
                <a:lnTo>
                  <a:pt x="781244" y="6148890"/>
                </a:lnTo>
                <a:lnTo>
                  <a:pt x="804649" y="6187499"/>
                </a:lnTo>
                <a:lnTo>
                  <a:pt x="828362" y="6225901"/>
                </a:lnTo>
                <a:lnTo>
                  <a:pt x="852380" y="6264092"/>
                </a:lnTo>
                <a:lnTo>
                  <a:pt x="876701" y="6302072"/>
                </a:lnTo>
                <a:lnTo>
                  <a:pt x="901325" y="6339838"/>
                </a:lnTo>
                <a:lnTo>
                  <a:pt x="926248" y="6377389"/>
                </a:lnTo>
                <a:lnTo>
                  <a:pt x="951471" y="6414724"/>
                </a:lnTo>
                <a:lnTo>
                  <a:pt x="976990" y="6451840"/>
                </a:lnTo>
                <a:lnTo>
                  <a:pt x="1002804" y="6488735"/>
                </a:lnTo>
                <a:lnTo>
                  <a:pt x="1028912" y="6525409"/>
                </a:lnTo>
                <a:lnTo>
                  <a:pt x="1055312" y="6561859"/>
                </a:lnTo>
                <a:lnTo>
                  <a:pt x="1082001" y="6598084"/>
                </a:lnTo>
                <a:lnTo>
                  <a:pt x="1108979" y="6634081"/>
                </a:lnTo>
                <a:lnTo>
                  <a:pt x="1117346" y="6645057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068E401-D7F3-0C3A-3CE2-AA76782E7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0431" y="1580089"/>
            <a:ext cx="12039599" cy="76020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6706" y="2105024"/>
            <a:ext cx="704850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8(B)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4445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70654" y="1996106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346" y="0"/>
                </a:moveTo>
                <a:lnTo>
                  <a:pt x="1082001" y="46973"/>
                </a:lnTo>
                <a:lnTo>
                  <a:pt x="1055312" y="83198"/>
                </a:lnTo>
                <a:lnTo>
                  <a:pt x="1028912" y="119647"/>
                </a:lnTo>
                <a:lnTo>
                  <a:pt x="1002804" y="156321"/>
                </a:lnTo>
                <a:lnTo>
                  <a:pt x="976990" y="193217"/>
                </a:lnTo>
                <a:lnTo>
                  <a:pt x="951471" y="230332"/>
                </a:lnTo>
                <a:lnTo>
                  <a:pt x="926248" y="267666"/>
                </a:lnTo>
                <a:lnTo>
                  <a:pt x="901325" y="305218"/>
                </a:lnTo>
                <a:lnTo>
                  <a:pt x="876701" y="342984"/>
                </a:lnTo>
                <a:lnTo>
                  <a:pt x="852380" y="380963"/>
                </a:lnTo>
                <a:lnTo>
                  <a:pt x="828362" y="419155"/>
                </a:lnTo>
                <a:lnTo>
                  <a:pt x="804649" y="457556"/>
                </a:lnTo>
                <a:lnTo>
                  <a:pt x="781244" y="496166"/>
                </a:lnTo>
                <a:lnTo>
                  <a:pt x="758148" y="534982"/>
                </a:lnTo>
                <a:lnTo>
                  <a:pt x="735362" y="574003"/>
                </a:lnTo>
                <a:lnTo>
                  <a:pt x="712888" y="613228"/>
                </a:lnTo>
                <a:lnTo>
                  <a:pt x="690728" y="652653"/>
                </a:lnTo>
                <a:lnTo>
                  <a:pt x="668884" y="692279"/>
                </a:lnTo>
                <a:lnTo>
                  <a:pt x="647357" y="732103"/>
                </a:lnTo>
                <a:lnTo>
                  <a:pt x="626149" y="772123"/>
                </a:lnTo>
                <a:lnTo>
                  <a:pt x="605262" y="812338"/>
                </a:lnTo>
                <a:lnTo>
                  <a:pt x="584697" y="852745"/>
                </a:lnTo>
                <a:lnTo>
                  <a:pt x="564456" y="893344"/>
                </a:lnTo>
                <a:lnTo>
                  <a:pt x="544541" y="934133"/>
                </a:lnTo>
                <a:lnTo>
                  <a:pt x="524954" y="975110"/>
                </a:lnTo>
                <a:lnTo>
                  <a:pt x="505696" y="1016272"/>
                </a:lnTo>
                <a:lnTo>
                  <a:pt x="486769" y="1057619"/>
                </a:lnTo>
                <a:lnTo>
                  <a:pt x="468174" y="1099149"/>
                </a:lnTo>
                <a:lnTo>
                  <a:pt x="449914" y="1140860"/>
                </a:lnTo>
                <a:lnTo>
                  <a:pt x="431990" y="1182751"/>
                </a:lnTo>
                <a:lnTo>
                  <a:pt x="414404" y="1224819"/>
                </a:lnTo>
                <a:lnTo>
                  <a:pt x="397157" y="1267062"/>
                </a:lnTo>
                <a:lnTo>
                  <a:pt x="380251" y="1309481"/>
                </a:lnTo>
                <a:lnTo>
                  <a:pt x="363688" y="1352071"/>
                </a:lnTo>
                <a:lnTo>
                  <a:pt x="347470" y="1394833"/>
                </a:lnTo>
                <a:lnTo>
                  <a:pt x="331598" y="1437763"/>
                </a:lnTo>
                <a:lnTo>
                  <a:pt x="316074" y="1480862"/>
                </a:lnTo>
                <a:lnTo>
                  <a:pt x="300899" y="1524125"/>
                </a:lnTo>
                <a:lnTo>
                  <a:pt x="286076" y="1567553"/>
                </a:lnTo>
                <a:lnTo>
                  <a:pt x="271606" y="1611143"/>
                </a:lnTo>
                <a:lnTo>
                  <a:pt x="257491" y="1654894"/>
                </a:lnTo>
                <a:lnTo>
                  <a:pt x="243732" y="1698804"/>
                </a:lnTo>
                <a:lnTo>
                  <a:pt x="230332" y="1742871"/>
                </a:lnTo>
                <a:lnTo>
                  <a:pt x="217291" y="1787093"/>
                </a:lnTo>
                <a:lnTo>
                  <a:pt x="204612" y="1831469"/>
                </a:lnTo>
                <a:lnTo>
                  <a:pt x="192297" y="1875998"/>
                </a:lnTo>
                <a:lnTo>
                  <a:pt x="180346" y="1920676"/>
                </a:lnTo>
                <a:lnTo>
                  <a:pt x="168762" y="1965504"/>
                </a:lnTo>
                <a:lnTo>
                  <a:pt x="157546" y="2010478"/>
                </a:lnTo>
                <a:lnTo>
                  <a:pt x="146701" y="2055598"/>
                </a:lnTo>
                <a:lnTo>
                  <a:pt x="136227" y="2100861"/>
                </a:lnTo>
                <a:lnTo>
                  <a:pt x="126127" y="2146266"/>
                </a:lnTo>
                <a:lnTo>
                  <a:pt x="116402" y="2191812"/>
                </a:lnTo>
                <a:lnTo>
                  <a:pt x="107054" y="2237496"/>
                </a:lnTo>
                <a:lnTo>
                  <a:pt x="98085" y="2283316"/>
                </a:lnTo>
                <a:lnTo>
                  <a:pt x="89496" y="2329272"/>
                </a:lnTo>
                <a:lnTo>
                  <a:pt x="81289" y="2375361"/>
                </a:lnTo>
                <a:lnTo>
                  <a:pt x="73466" y="2421582"/>
                </a:lnTo>
                <a:lnTo>
                  <a:pt x="66028" y="2467932"/>
                </a:lnTo>
                <a:lnTo>
                  <a:pt x="58977" y="2514411"/>
                </a:lnTo>
                <a:lnTo>
                  <a:pt x="52315" y="2561017"/>
                </a:lnTo>
                <a:lnTo>
                  <a:pt x="46044" y="2607747"/>
                </a:lnTo>
                <a:lnTo>
                  <a:pt x="40165" y="2654601"/>
                </a:lnTo>
                <a:lnTo>
                  <a:pt x="34680" y="2701575"/>
                </a:lnTo>
                <a:lnTo>
                  <a:pt x="29591" y="2748670"/>
                </a:lnTo>
                <a:lnTo>
                  <a:pt x="24899" y="2795883"/>
                </a:lnTo>
                <a:lnTo>
                  <a:pt x="20606" y="2843212"/>
                </a:lnTo>
                <a:lnTo>
                  <a:pt x="16714" y="2890656"/>
                </a:lnTo>
                <a:lnTo>
                  <a:pt x="13224" y="2938212"/>
                </a:lnTo>
                <a:lnTo>
                  <a:pt x="10138" y="2985880"/>
                </a:lnTo>
                <a:lnTo>
                  <a:pt x="7459" y="3033657"/>
                </a:lnTo>
                <a:lnTo>
                  <a:pt x="5187" y="3081542"/>
                </a:lnTo>
                <a:lnTo>
                  <a:pt x="3324" y="3129534"/>
                </a:lnTo>
                <a:lnTo>
                  <a:pt x="1872" y="3177629"/>
                </a:lnTo>
                <a:lnTo>
                  <a:pt x="833" y="3225828"/>
                </a:lnTo>
                <a:lnTo>
                  <a:pt x="208" y="3274127"/>
                </a:lnTo>
                <a:lnTo>
                  <a:pt x="0" y="3322526"/>
                </a:lnTo>
                <a:lnTo>
                  <a:pt x="208" y="3370925"/>
                </a:lnTo>
                <a:lnTo>
                  <a:pt x="833" y="3419224"/>
                </a:lnTo>
                <a:lnTo>
                  <a:pt x="1872" y="3467422"/>
                </a:lnTo>
                <a:lnTo>
                  <a:pt x="3324" y="3515518"/>
                </a:lnTo>
                <a:lnTo>
                  <a:pt x="5187" y="3563509"/>
                </a:lnTo>
                <a:lnTo>
                  <a:pt x="7459" y="3611395"/>
                </a:lnTo>
                <a:lnTo>
                  <a:pt x="10138" y="3659172"/>
                </a:lnTo>
                <a:lnTo>
                  <a:pt x="13224" y="3706840"/>
                </a:lnTo>
                <a:lnTo>
                  <a:pt x="16714" y="3754396"/>
                </a:lnTo>
                <a:lnTo>
                  <a:pt x="20606" y="3801840"/>
                </a:lnTo>
                <a:lnTo>
                  <a:pt x="24899" y="3849169"/>
                </a:lnTo>
                <a:lnTo>
                  <a:pt x="29591" y="3896382"/>
                </a:lnTo>
                <a:lnTo>
                  <a:pt x="34680" y="3943477"/>
                </a:lnTo>
                <a:lnTo>
                  <a:pt x="40165" y="3990452"/>
                </a:lnTo>
                <a:lnTo>
                  <a:pt x="46044" y="4037305"/>
                </a:lnTo>
                <a:lnTo>
                  <a:pt x="52315" y="4084035"/>
                </a:lnTo>
                <a:lnTo>
                  <a:pt x="58977" y="4130641"/>
                </a:lnTo>
                <a:lnTo>
                  <a:pt x="66028" y="4177120"/>
                </a:lnTo>
                <a:lnTo>
                  <a:pt x="73466" y="4223471"/>
                </a:lnTo>
                <a:lnTo>
                  <a:pt x="81289" y="4269691"/>
                </a:lnTo>
                <a:lnTo>
                  <a:pt x="89496" y="4315780"/>
                </a:lnTo>
                <a:lnTo>
                  <a:pt x="98085" y="4361736"/>
                </a:lnTo>
                <a:lnTo>
                  <a:pt x="107054" y="4407557"/>
                </a:lnTo>
                <a:lnTo>
                  <a:pt x="116402" y="4453241"/>
                </a:lnTo>
                <a:lnTo>
                  <a:pt x="126127" y="4498786"/>
                </a:lnTo>
                <a:lnTo>
                  <a:pt x="136227" y="4544191"/>
                </a:lnTo>
                <a:lnTo>
                  <a:pt x="146701" y="4589455"/>
                </a:lnTo>
                <a:lnTo>
                  <a:pt x="157546" y="4634574"/>
                </a:lnTo>
                <a:lnTo>
                  <a:pt x="168762" y="4679549"/>
                </a:lnTo>
                <a:lnTo>
                  <a:pt x="180346" y="4724376"/>
                </a:lnTo>
                <a:lnTo>
                  <a:pt x="192297" y="4769055"/>
                </a:lnTo>
                <a:lnTo>
                  <a:pt x="204612" y="4813584"/>
                </a:lnTo>
                <a:lnTo>
                  <a:pt x="217291" y="4857960"/>
                </a:lnTo>
                <a:lnTo>
                  <a:pt x="230332" y="4902182"/>
                </a:lnTo>
                <a:lnTo>
                  <a:pt x="243732" y="4946249"/>
                </a:lnTo>
                <a:lnTo>
                  <a:pt x="257491" y="4990159"/>
                </a:lnTo>
                <a:lnTo>
                  <a:pt x="271606" y="5033910"/>
                </a:lnTo>
                <a:lnTo>
                  <a:pt x="286076" y="5077500"/>
                </a:lnTo>
                <a:lnTo>
                  <a:pt x="300899" y="5120928"/>
                </a:lnTo>
                <a:lnTo>
                  <a:pt x="316074" y="5164192"/>
                </a:lnTo>
                <a:lnTo>
                  <a:pt x="331598" y="5207290"/>
                </a:lnTo>
                <a:lnTo>
                  <a:pt x="347470" y="5250221"/>
                </a:lnTo>
                <a:lnTo>
                  <a:pt x="363688" y="5292982"/>
                </a:lnTo>
                <a:lnTo>
                  <a:pt x="380251" y="5335573"/>
                </a:lnTo>
                <a:lnTo>
                  <a:pt x="397157" y="5377991"/>
                </a:lnTo>
                <a:lnTo>
                  <a:pt x="414404" y="5420235"/>
                </a:lnTo>
                <a:lnTo>
                  <a:pt x="431990" y="5462303"/>
                </a:lnTo>
                <a:lnTo>
                  <a:pt x="449914" y="5504194"/>
                </a:lnTo>
                <a:lnTo>
                  <a:pt x="468174" y="5545905"/>
                </a:lnTo>
                <a:lnTo>
                  <a:pt x="486769" y="5587435"/>
                </a:lnTo>
                <a:lnTo>
                  <a:pt x="505696" y="5628782"/>
                </a:lnTo>
                <a:lnTo>
                  <a:pt x="524954" y="5669945"/>
                </a:lnTo>
                <a:lnTo>
                  <a:pt x="544541" y="5710921"/>
                </a:lnTo>
                <a:lnTo>
                  <a:pt x="564456" y="5751710"/>
                </a:lnTo>
                <a:lnTo>
                  <a:pt x="584697" y="5792309"/>
                </a:lnTo>
                <a:lnTo>
                  <a:pt x="605262" y="5832717"/>
                </a:lnTo>
                <a:lnTo>
                  <a:pt x="626149" y="5872932"/>
                </a:lnTo>
                <a:lnTo>
                  <a:pt x="647357" y="5912952"/>
                </a:lnTo>
                <a:lnTo>
                  <a:pt x="668884" y="5952776"/>
                </a:lnTo>
                <a:lnTo>
                  <a:pt x="690728" y="5992402"/>
                </a:lnTo>
                <a:lnTo>
                  <a:pt x="712888" y="6031828"/>
                </a:lnTo>
                <a:lnTo>
                  <a:pt x="735362" y="6071052"/>
                </a:lnTo>
                <a:lnTo>
                  <a:pt x="758148" y="6110073"/>
                </a:lnTo>
                <a:lnTo>
                  <a:pt x="781244" y="6148890"/>
                </a:lnTo>
                <a:lnTo>
                  <a:pt x="804649" y="6187499"/>
                </a:lnTo>
                <a:lnTo>
                  <a:pt x="828362" y="6225901"/>
                </a:lnTo>
                <a:lnTo>
                  <a:pt x="852380" y="6264092"/>
                </a:lnTo>
                <a:lnTo>
                  <a:pt x="876701" y="6302072"/>
                </a:lnTo>
                <a:lnTo>
                  <a:pt x="901325" y="6339838"/>
                </a:lnTo>
                <a:lnTo>
                  <a:pt x="926248" y="6377389"/>
                </a:lnTo>
                <a:lnTo>
                  <a:pt x="951471" y="6414724"/>
                </a:lnTo>
                <a:lnTo>
                  <a:pt x="976990" y="6451840"/>
                </a:lnTo>
                <a:lnTo>
                  <a:pt x="1002804" y="6488735"/>
                </a:lnTo>
                <a:lnTo>
                  <a:pt x="1028912" y="6525409"/>
                </a:lnTo>
                <a:lnTo>
                  <a:pt x="1055312" y="6561859"/>
                </a:lnTo>
                <a:lnTo>
                  <a:pt x="1082001" y="6598084"/>
                </a:lnTo>
                <a:lnTo>
                  <a:pt x="1108979" y="6634081"/>
                </a:lnTo>
                <a:lnTo>
                  <a:pt x="1117346" y="6645057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245F9B3-902D-AB89-82E9-5CB872A00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282" y="1733074"/>
            <a:ext cx="9745435" cy="68208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5583" y="6653910"/>
            <a:ext cx="992505" cy="992505"/>
          </a:xfrm>
          <a:custGeom>
            <a:avLst/>
            <a:gdLst/>
            <a:ahLst/>
            <a:cxnLst/>
            <a:rect l="l" t="t" r="r" b="b"/>
            <a:pathLst>
              <a:path w="992505" h="992504">
                <a:moveTo>
                  <a:pt x="496239" y="0"/>
                </a:moveTo>
                <a:lnTo>
                  <a:pt x="448448" y="2271"/>
                </a:lnTo>
                <a:lnTo>
                  <a:pt x="401942" y="8945"/>
                </a:lnTo>
                <a:lnTo>
                  <a:pt x="356929" y="19816"/>
                </a:lnTo>
                <a:lnTo>
                  <a:pt x="313618" y="34675"/>
                </a:lnTo>
                <a:lnTo>
                  <a:pt x="272216" y="53314"/>
                </a:lnTo>
                <a:lnTo>
                  <a:pt x="232930" y="75525"/>
                </a:lnTo>
                <a:lnTo>
                  <a:pt x="195970" y="101101"/>
                </a:lnTo>
                <a:lnTo>
                  <a:pt x="161543" y="129834"/>
                </a:lnTo>
                <a:lnTo>
                  <a:pt x="129857" y="161516"/>
                </a:lnTo>
                <a:lnTo>
                  <a:pt x="101120" y="195938"/>
                </a:lnTo>
                <a:lnTo>
                  <a:pt x="75540" y="232894"/>
                </a:lnTo>
                <a:lnTo>
                  <a:pt x="53325" y="272175"/>
                </a:lnTo>
                <a:lnTo>
                  <a:pt x="34682" y="313574"/>
                </a:lnTo>
                <a:lnTo>
                  <a:pt x="19820" y="356883"/>
                </a:lnTo>
                <a:lnTo>
                  <a:pt x="8947" y="401893"/>
                </a:lnTo>
                <a:lnTo>
                  <a:pt x="2271" y="448398"/>
                </a:lnTo>
                <a:lnTo>
                  <a:pt x="0" y="496188"/>
                </a:lnTo>
                <a:lnTo>
                  <a:pt x="2271" y="543981"/>
                </a:lnTo>
                <a:lnTo>
                  <a:pt x="8947" y="590489"/>
                </a:lnTo>
                <a:lnTo>
                  <a:pt x="19820" y="635505"/>
                </a:lnTo>
                <a:lnTo>
                  <a:pt x="34682" y="678821"/>
                </a:lnTo>
                <a:lnTo>
                  <a:pt x="53325" y="720228"/>
                </a:lnTo>
                <a:lnTo>
                  <a:pt x="75540" y="759519"/>
                </a:lnTo>
                <a:lnTo>
                  <a:pt x="101120" y="796486"/>
                </a:lnTo>
                <a:lnTo>
                  <a:pt x="129857" y="830919"/>
                </a:lnTo>
                <a:lnTo>
                  <a:pt x="161543" y="862612"/>
                </a:lnTo>
                <a:lnTo>
                  <a:pt x="195970" y="891356"/>
                </a:lnTo>
                <a:lnTo>
                  <a:pt x="232930" y="916942"/>
                </a:lnTo>
                <a:lnTo>
                  <a:pt x="272216" y="939163"/>
                </a:lnTo>
                <a:lnTo>
                  <a:pt x="313618" y="957811"/>
                </a:lnTo>
                <a:lnTo>
                  <a:pt x="356929" y="972677"/>
                </a:lnTo>
                <a:lnTo>
                  <a:pt x="401942" y="983554"/>
                </a:lnTo>
                <a:lnTo>
                  <a:pt x="448448" y="990232"/>
                </a:lnTo>
                <a:lnTo>
                  <a:pt x="496239" y="992504"/>
                </a:lnTo>
                <a:lnTo>
                  <a:pt x="544023" y="990232"/>
                </a:lnTo>
                <a:lnTo>
                  <a:pt x="590524" y="983554"/>
                </a:lnTo>
                <a:lnTo>
                  <a:pt x="635533" y="972677"/>
                </a:lnTo>
                <a:lnTo>
                  <a:pt x="678843" y="957811"/>
                </a:lnTo>
                <a:lnTo>
                  <a:pt x="720246" y="939163"/>
                </a:lnTo>
                <a:lnTo>
                  <a:pt x="759533" y="916942"/>
                </a:lnTo>
                <a:lnTo>
                  <a:pt x="796496" y="891356"/>
                </a:lnTo>
                <a:lnTo>
                  <a:pt x="830927" y="862612"/>
                </a:lnTo>
                <a:lnTo>
                  <a:pt x="862617" y="830919"/>
                </a:lnTo>
                <a:lnTo>
                  <a:pt x="891359" y="796486"/>
                </a:lnTo>
                <a:lnTo>
                  <a:pt x="916944" y="759519"/>
                </a:lnTo>
                <a:lnTo>
                  <a:pt x="939165" y="720228"/>
                </a:lnTo>
                <a:lnTo>
                  <a:pt x="957812" y="678821"/>
                </a:lnTo>
                <a:lnTo>
                  <a:pt x="972678" y="635505"/>
                </a:lnTo>
                <a:lnTo>
                  <a:pt x="983554" y="590489"/>
                </a:lnTo>
                <a:lnTo>
                  <a:pt x="990232" y="543981"/>
                </a:lnTo>
                <a:lnTo>
                  <a:pt x="992504" y="496188"/>
                </a:lnTo>
                <a:lnTo>
                  <a:pt x="990232" y="448398"/>
                </a:lnTo>
                <a:lnTo>
                  <a:pt x="983554" y="401893"/>
                </a:lnTo>
                <a:lnTo>
                  <a:pt x="972678" y="356883"/>
                </a:lnTo>
                <a:lnTo>
                  <a:pt x="957812" y="313574"/>
                </a:lnTo>
                <a:lnTo>
                  <a:pt x="939165" y="272175"/>
                </a:lnTo>
                <a:lnTo>
                  <a:pt x="916944" y="232894"/>
                </a:lnTo>
                <a:lnTo>
                  <a:pt x="891359" y="195938"/>
                </a:lnTo>
                <a:lnTo>
                  <a:pt x="862617" y="161516"/>
                </a:lnTo>
                <a:lnTo>
                  <a:pt x="830927" y="129834"/>
                </a:lnTo>
                <a:lnTo>
                  <a:pt x="796496" y="101101"/>
                </a:lnTo>
                <a:lnTo>
                  <a:pt x="759533" y="75525"/>
                </a:lnTo>
                <a:lnTo>
                  <a:pt x="720246" y="53314"/>
                </a:lnTo>
                <a:lnTo>
                  <a:pt x="678843" y="34675"/>
                </a:lnTo>
                <a:lnTo>
                  <a:pt x="635533" y="19816"/>
                </a:lnTo>
                <a:lnTo>
                  <a:pt x="590524" y="8945"/>
                </a:lnTo>
                <a:lnTo>
                  <a:pt x="544023" y="2271"/>
                </a:lnTo>
                <a:lnTo>
                  <a:pt x="496239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77734" y="3315715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3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77734" y="398335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7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7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77734" y="264807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801"/>
                </a:lnTo>
                <a:lnTo>
                  <a:pt x="15897" y="366812"/>
                </a:lnTo>
                <a:lnTo>
                  <a:pt x="34692" y="409175"/>
                </a:lnTo>
                <a:lnTo>
                  <a:pt x="59760" y="447122"/>
                </a:lnTo>
                <a:lnTo>
                  <a:pt x="90385" y="479888"/>
                </a:lnTo>
                <a:lnTo>
                  <a:pt x="125848" y="506706"/>
                </a:lnTo>
                <a:lnTo>
                  <a:pt x="165431" y="526810"/>
                </a:lnTo>
                <a:lnTo>
                  <a:pt x="208417" y="539435"/>
                </a:lnTo>
                <a:lnTo>
                  <a:pt x="254088" y="543814"/>
                </a:lnTo>
                <a:lnTo>
                  <a:pt x="299749" y="539435"/>
                </a:lnTo>
                <a:lnTo>
                  <a:pt x="342728" y="526810"/>
                </a:lnTo>
                <a:lnTo>
                  <a:pt x="382309" y="506706"/>
                </a:lnTo>
                <a:lnTo>
                  <a:pt x="417771" y="479888"/>
                </a:lnTo>
                <a:lnTo>
                  <a:pt x="448396" y="447122"/>
                </a:lnTo>
                <a:lnTo>
                  <a:pt x="473467" y="409175"/>
                </a:lnTo>
                <a:lnTo>
                  <a:pt x="492265" y="366812"/>
                </a:lnTo>
                <a:lnTo>
                  <a:pt x="504070" y="320801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77734" y="531863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7734" y="4650994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77734" y="598627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78"/>
                </a:lnTo>
                <a:lnTo>
                  <a:pt x="165431" y="17003"/>
                </a:lnTo>
                <a:lnTo>
                  <a:pt x="125848" y="37107"/>
                </a:lnTo>
                <a:lnTo>
                  <a:pt x="90385" y="63925"/>
                </a:lnTo>
                <a:lnTo>
                  <a:pt x="59760" y="96691"/>
                </a:lnTo>
                <a:lnTo>
                  <a:pt x="34692" y="134638"/>
                </a:lnTo>
                <a:lnTo>
                  <a:pt x="15897" y="177001"/>
                </a:lnTo>
                <a:lnTo>
                  <a:pt x="4093" y="223012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12"/>
                </a:lnTo>
                <a:lnTo>
                  <a:pt x="492265" y="177001"/>
                </a:lnTo>
                <a:lnTo>
                  <a:pt x="473467" y="134638"/>
                </a:lnTo>
                <a:lnTo>
                  <a:pt x="448396" y="96691"/>
                </a:lnTo>
                <a:lnTo>
                  <a:pt x="417771" y="63925"/>
                </a:lnTo>
                <a:lnTo>
                  <a:pt x="382309" y="37107"/>
                </a:lnTo>
                <a:lnTo>
                  <a:pt x="342728" y="17003"/>
                </a:lnTo>
                <a:lnTo>
                  <a:pt x="299749" y="4378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77734" y="7760843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5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73658" y="2105024"/>
            <a:ext cx="711835" cy="6064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sz="2400" b="1" spc="-20" dirty="0">
                <a:solidFill>
                  <a:srgbClr val="001F5F"/>
                </a:solidFill>
                <a:latin typeface="Tahoma"/>
                <a:cs typeface="Tahoma"/>
              </a:rPr>
              <a:t>8(C)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</a:pPr>
            <a:endParaRPr sz="240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9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333637" y="1047257"/>
            <a:ext cx="914400" cy="209550"/>
          </a:xfrm>
          <a:custGeom>
            <a:avLst/>
            <a:gdLst/>
            <a:ahLst/>
            <a:cxnLst/>
            <a:rect l="l" t="t" r="r" b="b"/>
            <a:pathLst>
              <a:path w="914400" h="209550">
                <a:moveTo>
                  <a:pt x="114265" y="0"/>
                </a:moveTo>
                <a:lnTo>
                  <a:pt x="69777" y="8216"/>
                </a:lnTo>
                <a:lnTo>
                  <a:pt x="33457" y="30628"/>
                </a:lnTo>
                <a:lnTo>
                  <a:pt x="8975" y="63875"/>
                </a:lnTo>
                <a:lnTo>
                  <a:pt x="0" y="104599"/>
                </a:lnTo>
                <a:lnTo>
                  <a:pt x="8976" y="145324"/>
                </a:lnTo>
                <a:lnTo>
                  <a:pt x="33458" y="178571"/>
                </a:lnTo>
                <a:lnTo>
                  <a:pt x="69778" y="200982"/>
                </a:lnTo>
                <a:lnTo>
                  <a:pt x="114266" y="209199"/>
                </a:lnTo>
                <a:lnTo>
                  <a:pt x="158753" y="200982"/>
                </a:lnTo>
                <a:lnTo>
                  <a:pt x="195073" y="178571"/>
                </a:lnTo>
                <a:lnTo>
                  <a:pt x="219555" y="145324"/>
                </a:lnTo>
                <a:lnTo>
                  <a:pt x="228531" y="104599"/>
                </a:lnTo>
                <a:lnTo>
                  <a:pt x="219554" y="63875"/>
                </a:lnTo>
                <a:lnTo>
                  <a:pt x="195072" y="30628"/>
                </a:lnTo>
                <a:lnTo>
                  <a:pt x="158752" y="8216"/>
                </a:lnTo>
                <a:lnTo>
                  <a:pt x="114265" y="0"/>
                </a:lnTo>
                <a:close/>
              </a:path>
              <a:path w="914400" h="209550">
                <a:moveTo>
                  <a:pt x="799858" y="0"/>
                </a:moveTo>
                <a:lnTo>
                  <a:pt x="755371" y="8217"/>
                </a:lnTo>
                <a:lnTo>
                  <a:pt x="719051" y="30628"/>
                </a:lnTo>
                <a:lnTo>
                  <a:pt x="694569" y="63875"/>
                </a:lnTo>
                <a:lnTo>
                  <a:pt x="685593" y="104600"/>
                </a:lnTo>
                <a:lnTo>
                  <a:pt x="694570" y="145324"/>
                </a:lnTo>
                <a:lnTo>
                  <a:pt x="719052" y="178572"/>
                </a:lnTo>
                <a:lnTo>
                  <a:pt x="755372" y="200983"/>
                </a:lnTo>
                <a:lnTo>
                  <a:pt x="799860" y="209200"/>
                </a:lnTo>
                <a:lnTo>
                  <a:pt x="844347" y="200983"/>
                </a:lnTo>
                <a:lnTo>
                  <a:pt x="880667" y="178572"/>
                </a:lnTo>
                <a:lnTo>
                  <a:pt x="905149" y="145324"/>
                </a:lnTo>
                <a:lnTo>
                  <a:pt x="914125" y="104600"/>
                </a:lnTo>
                <a:lnTo>
                  <a:pt x="905148" y="63875"/>
                </a:lnTo>
                <a:lnTo>
                  <a:pt x="880666" y="30628"/>
                </a:lnTo>
                <a:lnTo>
                  <a:pt x="844346" y="8217"/>
                </a:lnTo>
                <a:lnTo>
                  <a:pt x="799858" y="0"/>
                </a:lnTo>
                <a:close/>
              </a:path>
              <a:path w="914400" h="209550">
                <a:moveTo>
                  <a:pt x="457061" y="0"/>
                </a:moveTo>
                <a:lnTo>
                  <a:pt x="412574" y="8217"/>
                </a:lnTo>
                <a:lnTo>
                  <a:pt x="376254" y="30628"/>
                </a:lnTo>
                <a:lnTo>
                  <a:pt x="351772" y="63875"/>
                </a:lnTo>
                <a:lnTo>
                  <a:pt x="342796" y="104600"/>
                </a:lnTo>
                <a:lnTo>
                  <a:pt x="351773" y="145324"/>
                </a:lnTo>
                <a:lnTo>
                  <a:pt x="376255" y="178571"/>
                </a:lnTo>
                <a:lnTo>
                  <a:pt x="412575" y="200983"/>
                </a:lnTo>
                <a:lnTo>
                  <a:pt x="457063" y="209200"/>
                </a:lnTo>
                <a:lnTo>
                  <a:pt x="501550" y="200983"/>
                </a:lnTo>
                <a:lnTo>
                  <a:pt x="537870" y="178571"/>
                </a:lnTo>
                <a:lnTo>
                  <a:pt x="562352" y="145324"/>
                </a:lnTo>
                <a:lnTo>
                  <a:pt x="571328" y="104600"/>
                </a:lnTo>
                <a:lnTo>
                  <a:pt x="562351" y="63875"/>
                </a:lnTo>
                <a:lnTo>
                  <a:pt x="537869" y="30628"/>
                </a:lnTo>
                <a:lnTo>
                  <a:pt x="501549" y="8217"/>
                </a:lnTo>
                <a:lnTo>
                  <a:pt x="457061" y="0"/>
                </a:lnTo>
                <a:close/>
              </a:path>
            </a:pathLst>
          </a:custGeom>
          <a:solidFill>
            <a:srgbClr val="FC61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7170654" y="1996106"/>
            <a:ext cx="1117600" cy="6645275"/>
          </a:xfrm>
          <a:custGeom>
            <a:avLst/>
            <a:gdLst/>
            <a:ahLst/>
            <a:cxnLst/>
            <a:rect l="l" t="t" r="r" b="b"/>
            <a:pathLst>
              <a:path w="1117600" h="6645275">
                <a:moveTo>
                  <a:pt x="1117346" y="0"/>
                </a:moveTo>
                <a:lnTo>
                  <a:pt x="1082001" y="46973"/>
                </a:lnTo>
                <a:lnTo>
                  <a:pt x="1055312" y="83198"/>
                </a:lnTo>
                <a:lnTo>
                  <a:pt x="1028912" y="119647"/>
                </a:lnTo>
                <a:lnTo>
                  <a:pt x="1002804" y="156321"/>
                </a:lnTo>
                <a:lnTo>
                  <a:pt x="976990" y="193217"/>
                </a:lnTo>
                <a:lnTo>
                  <a:pt x="951471" y="230332"/>
                </a:lnTo>
                <a:lnTo>
                  <a:pt x="926248" y="267666"/>
                </a:lnTo>
                <a:lnTo>
                  <a:pt x="901325" y="305218"/>
                </a:lnTo>
                <a:lnTo>
                  <a:pt x="876701" y="342984"/>
                </a:lnTo>
                <a:lnTo>
                  <a:pt x="852380" y="380963"/>
                </a:lnTo>
                <a:lnTo>
                  <a:pt x="828362" y="419155"/>
                </a:lnTo>
                <a:lnTo>
                  <a:pt x="804649" y="457556"/>
                </a:lnTo>
                <a:lnTo>
                  <a:pt x="781244" y="496166"/>
                </a:lnTo>
                <a:lnTo>
                  <a:pt x="758148" y="534982"/>
                </a:lnTo>
                <a:lnTo>
                  <a:pt x="735362" y="574003"/>
                </a:lnTo>
                <a:lnTo>
                  <a:pt x="712888" y="613228"/>
                </a:lnTo>
                <a:lnTo>
                  <a:pt x="690728" y="652653"/>
                </a:lnTo>
                <a:lnTo>
                  <a:pt x="668884" y="692279"/>
                </a:lnTo>
                <a:lnTo>
                  <a:pt x="647357" y="732103"/>
                </a:lnTo>
                <a:lnTo>
                  <a:pt x="626149" y="772123"/>
                </a:lnTo>
                <a:lnTo>
                  <a:pt x="605262" y="812338"/>
                </a:lnTo>
                <a:lnTo>
                  <a:pt x="584697" y="852745"/>
                </a:lnTo>
                <a:lnTo>
                  <a:pt x="564456" y="893344"/>
                </a:lnTo>
                <a:lnTo>
                  <a:pt x="544541" y="934133"/>
                </a:lnTo>
                <a:lnTo>
                  <a:pt x="524954" y="975110"/>
                </a:lnTo>
                <a:lnTo>
                  <a:pt x="505696" y="1016272"/>
                </a:lnTo>
                <a:lnTo>
                  <a:pt x="486769" y="1057619"/>
                </a:lnTo>
                <a:lnTo>
                  <a:pt x="468174" y="1099149"/>
                </a:lnTo>
                <a:lnTo>
                  <a:pt x="449914" y="1140860"/>
                </a:lnTo>
                <a:lnTo>
                  <a:pt x="431990" y="1182751"/>
                </a:lnTo>
                <a:lnTo>
                  <a:pt x="414404" y="1224819"/>
                </a:lnTo>
                <a:lnTo>
                  <a:pt x="397157" y="1267062"/>
                </a:lnTo>
                <a:lnTo>
                  <a:pt x="380251" y="1309481"/>
                </a:lnTo>
                <a:lnTo>
                  <a:pt x="363688" y="1352071"/>
                </a:lnTo>
                <a:lnTo>
                  <a:pt x="347470" y="1394833"/>
                </a:lnTo>
                <a:lnTo>
                  <a:pt x="331598" y="1437763"/>
                </a:lnTo>
                <a:lnTo>
                  <a:pt x="316074" y="1480862"/>
                </a:lnTo>
                <a:lnTo>
                  <a:pt x="300899" y="1524125"/>
                </a:lnTo>
                <a:lnTo>
                  <a:pt x="286076" y="1567553"/>
                </a:lnTo>
                <a:lnTo>
                  <a:pt x="271606" y="1611143"/>
                </a:lnTo>
                <a:lnTo>
                  <a:pt x="257491" y="1654894"/>
                </a:lnTo>
                <a:lnTo>
                  <a:pt x="243732" y="1698804"/>
                </a:lnTo>
                <a:lnTo>
                  <a:pt x="230332" y="1742871"/>
                </a:lnTo>
                <a:lnTo>
                  <a:pt x="217291" y="1787093"/>
                </a:lnTo>
                <a:lnTo>
                  <a:pt x="204612" y="1831469"/>
                </a:lnTo>
                <a:lnTo>
                  <a:pt x="192297" y="1875998"/>
                </a:lnTo>
                <a:lnTo>
                  <a:pt x="180346" y="1920676"/>
                </a:lnTo>
                <a:lnTo>
                  <a:pt x="168762" y="1965504"/>
                </a:lnTo>
                <a:lnTo>
                  <a:pt x="157546" y="2010478"/>
                </a:lnTo>
                <a:lnTo>
                  <a:pt x="146701" y="2055598"/>
                </a:lnTo>
                <a:lnTo>
                  <a:pt x="136227" y="2100861"/>
                </a:lnTo>
                <a:lnTo>
                  <a:pt x="126127" y="2146266"/>
                </a:lnTo>
                <a:lnTo>
                  <a:pt x="116402" y="2191812"/>
                </a:lnTo>
                <a:lnTo>
                  <a:pt x="107054" y="2237496"/>
                </a:lnTo>
                <a:lnTo>
                  <a:pt x="98085" y="2283316"/>
                </a:lnTo>
                <a:lnTo>
                  <a:pt x="89496" y="2329272"/>
                </a:lnTo>
                <a:lnTo>
                  <a:pt x="81289" y="2375361"/>
                </a:lnTo>
                <a:lnTo>
                  <a:pt x="73466" y="2421582"/>
                </a:lnTo>
                <a:lnTo>
                  <a:pt x="66028" y="2467932"/>
                </a:lnTo>
                <a:lnTo>
                  <a:pt x="58977" y="2514411"/>
                </a:lnTo>
                <a:lnTo>
                  <a:pt x="52315" y="2561017"/>
                </a:lnTo>
                <a:lnTo>
                  <a:pt x="46044" y="2607747"/>
                </a:lnTo>
                <a:lnTo>
                  <a:pt x="40165" y="2654601"/>
                </a:lnTo>
                <a:lnTo>
                  <a:pt x="34680" y="2701575"/>
                </a:lnTo>
                <a:lnTo>
                  <a:pt x="29591" y="2748670"/>
                </a:lnTo>
                <a:lnTo>
                  <a:pt x="24899" y="2795883"/>
                </a:lnTo>
                <a:lnTo>
                  <a:pt x="20606" y="2843212"/>
                </a:lnTo>
                <a:lnTo>
                  <a:pt x="16714" y="2890656"/>
                </a:lnTo>
                <a:lnTo>
                  <a:pt x="13224" y="2938212"/>
                </a:lnTo>
                <a:lnTo>
                  <a:pt x="10138" y="2985880"/>
                </a:lnTo>
                <a:lnTo>
                  <a:pt x="7459" y="3033657"/>
                </a:lnTo>
                <a:lnTo>
                  <a:pt x="5187" y="3081542"/>
                </a:lnTo>
                <a:lnTo>
                  <a:pt x="3324" y="3129534"/>
                </a:lnTo>
                <a:lnTo>
                  <a:pt x="1872" y="3177629"/>
                </a:lnTo>
                <a:lnTo>
                  <a:pt x="833" y="3225828"/>
                </a:lnTo>
                <a:lnTo>
                  <a:pt x="208" y="3274127"/>
                </a:lnTo>
                <a:lnTo>
                  <a:pt x="0" y="3322526"/>
                </a:lnTo>
                <a:lnTo>
                  <a:pt x="208" y="3370925"/>
                </a:lnTo>
                <a:lnTo>
                  <a:pt x="833" y="3419224"/>
                </a:lnTo>
                <a:lnTo>
                  <a:pt x="1872" y="3467422"/>
                </a:lnTo>
                <a:lnTo>
                  <a:pt x="3324" y="3515518"/>
                </a:lnTo>
                <a:lnTo>
                  <a:pt x="5187" y="3563509"/>
                </a:lnTo>
                <a:lnTo>
                  <a:pt x="7459" y="3611395"/>
                </a:lnTo>
                <a:lnTo>
                  <a:pt x="10138" y="3659172"/>
                </a:lnTo>
                <a:lnTo>
                  <a:pt x="13224" y="3706840"/>
                </a:lnTo>
                <a:lnTo>
                  <a:pt x="16714" y="3754396"/>
                </a:lnTo>
                <a:lnTo>
                  <a:pt x="20606" y="3801840"/>
                </a:lnTo>
                <a:lnTo>
                  <a:pt x="24899" y="3849169"/>
                </a:lnTo>
                <a:lnTo>
                  <a:pt x="29591" y="3896382"/>
                </a:lnTo>
                <a:lnTo>
                  <a:pt x="34680" y="3943477"/>
                </a:lnTo>
                <a:lnTo>
                  <a:pt x="40165" y="3990452"/>
                </a:lnTo>
                <a:lnTo>
                  <a:pt x="46044" y="4037305"/>
                </a:lnTo>
                <a:lnTo>
                  <a:pt x="52315" y="4084035"/>
                </a:lnTo>
                <a:lnTo>
                  <a:pt x="58977" y="4130641"/>
                </a:lnTo>
                <a:lnTo>
                  <a:pt x="66028" y="4177120"/>
                </a:lnTo>
                <a:lnTo>
                  <a:pt x="73466" y="4223471"/>
                </a:lnTo>
                <a:lnTo>
                  <a:pt x="81289" y="4269691"/>
                </a:lnTo>
                <a:lnTo>
                  <a:pt x="89496" y="4315780"/>
                </a:lnTo>
                <a:lnTo>
                  <a:pt x="98085" y="4361736"/>
                </a:lnTo>
                <a:lnTo>
                  <a:pt x="107054" y="4407557"/>
                </a:lnTo>
                <a:lnTo>
                  <a:pt x="116402" y="4453241"/>
                </a:lnTo>
                <a:lnTo>
                  <a:pt x="126127" y="4498786"/>
                </a:lnTo>
                <a:lnTo>
                  <a:pt x="136227" y="4544191"/>
                </a:lnTo>
                <a:lnTo>
                  <a:pt x="146701" y="4589455"/>
                </a:lnTo>
                <a:lnTo>
                  <a:pt x="157546" y="4634574"/>
                </a:lnTo>
                <a:lnTo>
                  <a:pt x="168762" y="4679549"/>
                </a:lnTo>
                <a:lnTo>
                  <a:pt x="180346" y="4724376"/>
                </a:lnTo>
                <a:lnTo>
                  <a:pt x="192297" y="4769055"/>
                </a:lnTo>
                <a:lnTo>
                  <a:pt x="204612" y="4813584"/>
                </a:lnTo>
                <a:lnTo>
                  <a:pt x="217291" y="4857960"/>
                </a:lnTo>
                <a:lnTo>
                  <a:pt x="230332" y="4902182"/>
                </a:lnTo>
                <a:lnTo>
                  <a:pt x="243732" y="4946249"/>
                </a:lnTo>
                <a:lnTo>
                  <a:pt x="257491" y="4990159"/>
                </a:lnTo>
                <a:lnTo>
                  <a:pt x="271606" y="5033910"/>
                </a:lnTo>
                <a:lnTo>
                  <a:pt x="286076" y="5077500"/>
                </a:lnTo>
                <a:lnTo>
                  <a:pt x="300899" y="5120928"/>
                </a:lnTo>
                <a:lnTo>
                  <a:pt x="316074" y="5164192"/>
                </a:lnTo>
                <a:lnTo>
                  <a:pt x="331598" y="5207290"/>
                </a:lnTo>
                <a:lnTo>
                  <a:pt x="347470" y="5250221"/>
                </a:lnTo>
                <a:lnTo>
                  <a:pt x="363688" y="5292982"/>
                </a:lnTo>
                <a:lnTo>
                  <a:pt x="380251" y="5335573"/>
                </a:lnTo>
                <a:lnTo>
                  <a:pt x="397157" y="5377991"/>
                </a:lnTo>
                <a:lnTo>
                  <a:pt x="414404" y="5420235"/>
                </a:lnTo>
                <a:lnTo>
                  <a:pt x="431990" y="5462303"/>
                </a:lnTo>
                <a:lnTo>
                  <a:pt x="449914" y="5504194"/>
                </a:lnTo>
                <a:lnTo>
                  <a:pt x="468174" y="5545905"/>
                </a:lnTo>
                <a:lnTo>
                  <a:pt x="486769" y="5587435"/>
                </a:lnTo>
                <a:lnTo>
                  <a:pt x="505696" y="5628782"/>
                </a:lnTo>
                <a:lnTo>
                  <a:pt x="524954" y="5669945"/>
                </a:lnTo>
                <a:lnTo>
                  <a:pt x="544541" y="5710921"/>
                </a:lnTo>
                <a:lnTo>
                  <a:pt x="564456" y="5751710"/>
                </a:lnTo>
                <a:lnTo>
                  <a:pt x="584697" y="5792309"/>
                </a:lnTo>
                <a:lnTo>
                  <a:pt x="605262" y="5832717"/>
                </a:lnTo>
                <a:lnTo>
                  <a:pt x="626149" y="5872932"/>
                </a:lnTo>
                <a:lnTo>
                  <a:pt x="647357" y="5912952"/>
                </a:lnTo>
                <a:lnTo>
                  <a:pt x="668884" y="5952776"/>
                </a:lnTo>
                <a:lnTo>
                  <a:pt x="690728" y="5992402"/>
                </a:lnTo>
                <a:lnTo>
                  <a:pt x="712888" y="6031828"/>
                </a:lnTo>
                <a:lnTo>
                  <a:pt x="735362" y="6071052"/>
                </a:lnTo>
                <a:lnTo>
                  <a:pt x="758148" y="6110073"/>
                </a:lnTo>
                <a:lnTo>
                  <a:pt x="781244" y="6148890"/>
                </a:lnTo>
                <a:lnTo>
                  <a:pt x="804649" y="6187499"/>
                </a:lnTo>
                <a:lnTo>
                  <a:pt x="828362" y="6225901"/>
                </a:lnTo>
                <a:lnTo>
                  <a:pt x="852380" y="6264092"/>
                </a:lnTo>
                <a:lnTo>
                  <a:pt x="876701" y="6302072"/>
                </a:lnTo>
                <a:lnTo>
                  <a:pt x="901325" y="6339838"/>
                </a:lnTo>
                <a:lnTo>
                  <a:pt x="926248" y="6377389"/>
                </a:lnTo>
                <a:lnTo>
                  <a:pt x="951471" y="6414724"/>
                </a:lnTo>
                <a:lnTo>
                  <a:pt x="976990" y="6451840"/>
                </a:lnTo>
                <a:lnTo>
                  <a:pt x="1002804" y="6488735"/>
                </a:lnTo>
                <a:lnTo>
                  <a:pt x="1028912" y="6525409"/>
                </a:lnTo>
                <a:lnTo>
                  <a:pt x="1055312" y="6561859"/>
                </a:lnTo>
                <a:lnTo>
                  <a:pt x="1082001" y="6598084"/>
                </a:lnTo>
                <a:lnTo>
                  <a:pt x="1108979" y="6634081"/>
                </a:lnTo>
                <a:lnTo>
                  <a:pt x="1117346" y="6645057"/>
                </a:lnTo>
              </a:path>
            </a:pathLst>
          </a:custGeom>
          <a:ln w="514350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4464" rIns="0" bIns="0" rtlCol="0">
            <a:spAutoFit/>
          </a:bodyPr>
          <a:lstStyle/>
          <a:p>
            <a:pPr marL="356870">
              <a:lnSpc>
                <a:spcPct val="100000"/>
              </a:lnSpc>
              <a:spcBef>
                <a:spcPts val="100"/>
              </a:spcBef>
            </a:pPr>
            <a:r>
              <a:rPr spc="-45" dirty="0"/>
              <a:t>IMPLEMENTATION</a:t>
            </a:r>
            <a:r>
              <a:rPr spc="-165" dirty="0"/>
              <a:t> </a:t>
            </a:r>
            <a:r>
              <a:rPr spc="-10" dirty="0"/>
              <a:t>SCREENSHOTS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A2F7B2-01FE-2428-9419-37D08E6CC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7666" y="1638300"/>
            <a:ext cx="8852667" cy="815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object 12"/>
          <p:cNvGrpSpPr/>
          <p:nvPr/>
        </p:nvGrpSpPr>
        <p:grpSpPr>
          <a:xfrm>
            <a:off x="16333637" y="1047257"/>
            <a:ext cx="2264410" cy="8181975"/>
            <a:chOff x="16333637" y="1047257"/>
            <a:chExt cx="2264410" cy="8181975"/>
          </a:xfrm>
        </p:grpSpPr>
        <p:sp>
          <p:nvSpPr>
            <p:cNvPr id="13" name="object 13"/>
            <p:cNvSpPr/>
            <p:nvPr/>
          </p:nvSpPr>
          <p:spPr>
            <a:xfrm>
              <a:off x="16333637" y="1047257"/>
              <a:ext cx="914400" cy="209550"/>
            </a:xfrm>
            <a:custGeom>
              <a:avLst/>
              <a:gdLst/>
              <a:ahLst/>
              <a:cxnLst/>
              <a:rect l="l" t="t" r="r" b="b"/>
              <a:pathLst>
                <a:path w="914400" h="209550">
                  <a:moveTo>
                    <a:pt x="114265" y="0"/>
                  </a:moveTo>
                  <a:lnTo>
                    <a:pt x="69777" y="8216"/>
                  </a:lnTo>
                  <a:lnTo>
                    <a:pt x="33457" y="30628"/>
                  </a:lnTo>
                  <a:lnTo>
                    <a:pt x="8975" y="63875"/>
                  </a:lnTo>
                  <a:lnTo>
                    <a:pt x="0" y="104599"/>
                  </a:lnTo>
                  <a:lnTo>
                    <a:pt x="8976" y="145324"/>
                  </a:lnTo>
                  <a:lnTo>
                    <a:pt x="33458" y="178571"/>
                  </a:lnTo>
                  <a:lnTo>
                    <a:pt x="69778" y="200982"/>
                  </a:lnTo>
                  <a:lnTo>
                    <a:pt x="114266" y="209199"/>
                  </a:lnTo>
                  <a:lnTo>
                    <a:pt x="158753" y="200982"/>
                  </a:lnTo>
                  <a:lnTo>
                    <a:pt x="195073" y="178571"/>
                  </a:lnTo>
                  <a:lnTo>
                    <a:pt x="219555" y="145324"/>
                  </a:lnTo>
                  <a:lnTo>
                    <a:pt x="228531" y="104599"/>
                  </a:lnTo>
                  <a:lnTo>
                    <a:pt x="219554" y="63875"/>
                  </a:lnTo>
                  <a:lnTo>
                    <a:pt x="195072" y="30628"/>
                  </a:lnTo>
                  <a:lnTo>
                    <a:pt x="158752" y="8216"/>
                  </a:lnTo>
                  <a:lnTo>
                    <a:pt x="114265" y="0"/>
                  </a:lnTo>
                  <a:close/>
                </a:path>
                <a:path w="914400" h="209550">
                  <a:moveTo>
                    <a:pt x="799858" y="0"/>
                  </a:moveTo>
                  <a:lnTo>
                    <a:pt x="755371" y="8217"/>
                  </a:lnTo>
                  <a:lnTo>
                    <a:pt x="719051" y="30628"/>
                  </a:lnTo>
                  <a:lnTo>
                    <a:pt x="694569" y="63875"/>
                  </a:lnTo>
                  <a:lnTo>
                    <a:pt x="685593" y="104600"/>
                  </a:lnTo>
                  <a:lnTo>
                    <a:pt x="694570" y="145324"/>
                  </a:lnTo>
                  <a:lnTo>
                    <a:pt x="719052" y="178572"/>
                  </a:lnTo>
                  <a:lnTo>
                    <a:pt x="755372" y="200983"/>
                  </a:lnTo>
                  <a:lnTo>
                    <a:pt x="799860" y="209200"/>
                  </a:lnTo>
                  <a:lnTo>
                    <a:pt x="844347" y="200983"/>
                  </a:lnTo>
                  <a:lnTo>
                    <a:pt x="880667" y="178572"/>
                  </a:lnTo>
                  <a:lnTo>
                    <a:pt x="905149" y="145324"/>
                  </a:lnTo>
                  <a:lnTo>
                    <a:pt x="914125" y="104600"/>
                  </a:lnTo>
                  <a:lnTo>
                    <a:pt x="905148" y="63875"/>
                  </a:lnTo>
                  <a:lnTo>
                    <a:pt x="880666" y="30628"/>
                  </a:lnTo>
                  <a:lnTo>
                    <a:pt x="844346" y="8217"/>
                  </a:lnTo>
                  <a:lnTo>
                    <a:pt x="799858" y="0"/>
                  </a:lnTo>
                  <a:close/>
                </a:path>
                <a:path w="914400" h="209550">
                  <a:moveTo>
                    <a:pt x="457061" y="0"/>
                  </a:moveTo>
                  <a:lnTo>
                    <a:pt x="412574" y="8217"/>
                  </a:lnTo>
                  <a:lnTo>
                    <a:pt x="376254" y="30628"/>
                  </a:lnTo>
                  <a:lnTo>
                    <a:pt x="351772" y="63875"/>
                  </a:lnTo>
                  <a:lnTo>
                    <a:pt x="342796" y="104600"/>
                  </a:lnTo>
                  <a:lnTo>
                    <a:pt x="351773" y="145324"/>
                  </a:lnTo>
                  <a:lnTo>
                    <a:pt x="376255" y="178571"/>
                  </a:lnTo>
                  <a:lnTo>
                    <a:pt x="412575" y="200983"/>
                  </a:lnTo>
                  <a:lnTo>
                    <a:pt x="457063" y="209200"/>
                  </a:lnTo>
                  <a:lnTo>
                    <a:pt x="501550" y="200983"/>
                  </a:lnTo>
                  <a:lnTo>
                    <a:pt x="537870" y="178571"/>
                  </a:lnTo>
                  <a:lnTo>
                    <a:pt x="562352" y="145324"/>
                  </a:lnTo>
                  <a:lnTo>
                    <a:pt x="571328" y="104600"/>
                  </a:lnTo>
                  <a:lnTo>
                    <a:pt x="562351" y="63875"/>
                  </a:lnTo>
                  <a:lnTo>
                    <a:pt x="537869" y="30628"/>
                  </a:lnTo>
                  <a:lnTo>
                    <a:pt x="501549" y="8217"/>
                  </a:lnTo>
                  <a:lnTo>
                    <a:pt x="457061" y="0"/>
                  </a:lnTo>
                  <a:close/>
                </a:path>
              </a:pathLst>
            </a:custGeom>
            <a:solidFill>
              <a:srgbClr val="FC61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786351" y="1367964"/>
              <a:ext cx="1501775" cy="7551420"/>
            </a:xfrm>
            <a:custGeom>
              <a:avLst/>
              <a:gdLst/>
              <a:ahLst/>
              <a:cxnLst/>
              <a:rect l="l" t="t" r="r" b="b"/>
              <a:pathLst>
                <a:path w="1501775" h="7551420">
                  <a:moveTo>
                    <a:pt x="1501648" y="0"/>
                  </a:moveTo>
                  <a:lnTo>
                    <a:pt x="1454587" y="50344"/>
                  </a:lnTo>
                  <a:lnTo>
                    <a:pt x="1424282" y="83484"/>
                  </a:lnTo>
                  <a:lnTo>
                    <a:pt x="1394244" y="116871"/>
                  </a:lnTo>
                  <a:lnTo>
                    <a:pt x="1364476" y="150505"/>
                  </a:lnTo>
                  <a:lnTo>
                    <a:pt x="1334980" y="184382"/>
                  </a:lnTo>
                  <a:lnTo>
                    <a:pt x="1305756" y="218502"/>
                  </a:lnTo>
                  <a:lnTo>
                    <a:pt x="1276807" y="252863"/>
                  </a:lnTo>
                  <a:lnTo>
                    <a:pt x="1248135" y="287462"/>
                  </a:lnTo>
                  <a:lnTo>
                    <a:pt x="1219741" y="322299"/>
                  </a:lnTo>
                  <a:lnTo>
                    <a:pt x="1191626" y="357371"/>
                  </a:lnTo>
                  <a:lnTo>
                    <a:pt x="1163793" y="392678"/>
                  </a:lnTo>
                  <a:lnTo>
                    <a:pt x="1136244" y="428216"/>
                  </a:lnTo>
                  <a:lnTo>
                    <a:pt x="1108979" y="463985"/>
                  </a:lnTo>
                  <a:lnTo>
                    <a:pt x="1082001" y="499982"/>
                  </a:lnTo>
                  <a:lnTo>
                    <a:pt x="1055312" y="536207"/>
                  </a:lnTo>
                  <a:lnTo>
                    <a:pt x="1028912" y="572657"/>
                  </a:lnTo>
                  <a:lnTo>
                    <a:pt x="1002804" y="609330"/>
                  </a:lnTo>
                  <a:lnTo>
                    <a:pt x="976990" y="646226"/>
                  </a:lnTo>
                  <a:lnTo>
                    <a:pt x="951471" y="683342"/>
                  </a:lnTo>
                  <a:lnTo>
                    <a:pt x="926248" y="720676"/>
                  </a:lnTo>
                  <a:lnTo>
                    <a:pt x="901325" y="758227"/>
                  </a:lnTo>
                  <a:lnTo>
                    <a:pt x="876701" y="795993"/>
                  </a:lnTo>
                  <a:lnTo>
                    <a:pt x="852380" y="833973"/>
                  </a:lnTo>
                  <a:lnTo>
                    <a:pt x="828362" y="872164"/>
                  </a:lnTo>
                  <a:lnTo>
                    <a:pt x="804649" y="910565"/>
                  </a:lnTo>
                  <a:lnTo>
                    <a:pt x="781244" y="949175"/>
                  </a:lnTo>
                  <a:lnTo>
                    <a:pt x="758148" y="987991"/>
                  </a:lnTo>
                  <a:lnTo>
                    <a:pt x="735362" y="1027013"/>
                  </a:lnTo>
                  <a:lnTo>
                    <a:pt x="712888" y="1066237"/>
                  </a:lnTo>
                  <a:lnTo>
                    <a:pt x="690728" y="1105663"/>
                  </a:lnTo>
                  <a:lnTo>
                    <a:pt x="668884" y="1145288"/>
                  </a:lnTo>
                  <a:lnTo>
                    <a:pt x="647357" y="1185112"/>
                  </a:lnTo>
                  <a:lnTo>
                    <a:pt x="626149" y="1225132"/>
                  </a:lnTo>
                  <a:lnTo>
                    <a:pt x="605262" y="1265347"/>
                  </a:lnTo>
                  <a:lnTo>
                    <a:pt x="584697" y="1305755"/>
                  </a:lnTo>
                  <a:lnTo>
                    <a:pt x="564456" y="1346354"/>
                  </a:lnTo>
                  <a:lnTo>
                    <a:pt x="544541" y="1387143"/>
                  </a:lnTo>
                  <a:lnTo>
                    <a:pt x="524954" y="1428119"/>
                  </a:lnTo>
                  <a:lnTo>
                    <a:pt x="505696" y="1469282"/>
                  </a:lnTo>
                  <a:lnTo>
                    <a:pt x="486769" y="1510629"/>
                  </a:lnTo>
                  <a:lnTo>
                    <a:pt x="468174" y="1552159"/>
                  </a:lnTo>
                  <a:lnTo>
                    <a:pt x="449914" y="1593870"/>
                  </a:lnTo>
                  <a:lnTo>
                    <a:pt x="431990" y="1635760"/>
                  </a:lnTo>
                  <a:lnTo>
                    <a:pt x="414404" y="1677828"/>
                  </a:lnTo>
                  <a:lnTo>
                    <a:pt x="397157" y="1720072"/>
                  </a:lnTo>
                  <a:lnTo>
                    <a:pt x="380251" y="1762490"/>
                  </a:lnTo>
                  <a:lnTo>
                    <a:pt x="363688" y="1805081"/>
                  </a:lnTo>
                  <a:lnTo>
                    <a:pt x="347470" y="1847842"/>
                  </a:lnTo>
                  <a:lnTo>
                    <a:pt x="331598" y="1890773"/>
                  </a:lnTo>
                  <a:lnTo>
                    <a:pt x="316074" y="1933871"/>
                  </a:lnTo>
                  <a:lnTo>
                    <a:pt x="300899" y="1977135"/>
                  </a:lnTo>
                  <a:lnTo>
                    <a:pt x="286076" y="2020563"/>
                  </a:lnTo>
                  <a:lnTo>
                    <a:pt x="271606" y="2064153"/>
                  </a:lnTo>
                  <a:lnTo>
                    <a:pt x="257491" y="2107904"/>
                  </a:lnTo>
                  <a:lnTo>
                    <a:pt x="243732" y="2151813"/>
                  </a:lnTo>
                  <a:lnTo>
                    <a:pt x="230332" y="2195880"/>
                  </a:lnTo>
                  <a:lnTo>
                    <a:pt x="217291" y="2240103"/>
                  </a:lnTo>
                  <a:lnTo>
                    <a:pt x="204612" y="2284479"/>
                  </a:lnTo>
                  <a:lnTo>
                    <a:pt x="192297" y="2329007"/>
                  </a:lnTo>
                  <a:lnTo>
                    <a:pt x="180346" y="2373686"/>
                  </a:lnTo>
                  <a:lnTo>
                    <a:pt x="168762" y="2418513"/>
                  </a:lnTo>
                  <a:lnTo>
                    <a:pt x="157546" y="2463488"/>
                  </a:lnTo>
                  <a:lnTo>
                    <a:pt x="146701" y="2508607"/>
                  </a:lnTo>
                  <a:lnTo>
                    <a:pt x="136227" y="2553871"/>
                  </a:lnTo>
                  <a:lnTo>
                    <a:pt x="126127" y="2599276"/>
                  </a:lnTo>
                  <a:lnTo>
                    <a:pt x="116402" y="2644821"/>
                  </a:lnTo>
                  <a:lnTo>
                    <a:pt x="107054" y="2690505"/>
                  </a:lnTo>
                  <a:lnTo>
                    <a:pt x="98085" y="2736326"/>
                  </a:lnTo>
                  <a:lnTo>
                    <a:pt x="89496" y="2782281"/>
                  </a:lnTo>
                  <a:lnTo>
                    <a:pt x="81289" y="2828370"/>
                  </a:lnTo>
                  <a:lnTo>
                    <a:pt x="73466" y="2874591"/>
                  </a:lnTo>
                  <a:lnTo>
                    <a:pt x="66028" y="2920942"/>
                  </a:lnTo>
                  <a:lnTo>
                    <a:pt x="58977" y="2967421"/>
                  </a:lnTo>
                  <a:lnTo>
                    <a:pt x="52315" y="3014026"/>
                  </a:lnTo>
                  <a:lnTo>
                    <a:pt x="46044" y="3060756"/>
                  </a:lnTo>
                  <a:lnTo>
                    <a:pt x="40165" y="3107610"/>
                  </a:lnTo>
                  <a:lnTo>
                    <a:pt x="34680" y="3154585"/>
                  </a:lnTo>
                  <a:lnTo>
                    <a:pt x="29591" y="3201680"/>
                  </a:lnTo>
                  <a:lnTo>
                    <a:pt x="24899" y="3248892"/>
                  </a:lnTo>
                  <a:lnTo>
                    <a:pt x="20606" y="3296221"/>
                  </a:lnTo>
                  <a:lnTo>
                    <a:pt x="16714" y="3343665"/>
                  </a:lnTo>
                  <a:lnTo>
                    <a:pt x="13224" y="3391222"/>
                  </a:lnTo>
                  <a:lnTo>
                    <a:pt x="10138" y="3438889"/>
                  </a:lnTo>
                  <a:lnTo>
                    <a:pt x="7459" y="3486667"/>
                  </a:lnTo>
                  <a:lnTo>
                    <a:pt x="5187" y="3534552"/>
                  </a:lnTo>
                  <a:lnTo>
                    <a:pt x="3324" y="3582543"/>
                  </a:lnTo>
                  <a:lnTo>
                    <a:pt x="1872" y="3630639"/>
                  </a:lnTo>
                  <a:lnTo>
                    <a:pt x="833" y="3678837"/>
                  </a:lnTo>
                  <a:lnTo>
                    <a:pt x="208" y="3727137"/>
                  </a:lnTo>
                  <a:lnTo>
                    <a:pt x="0" y="3775535"/>
                  </a:lnTo>
                  <a:lnTo>
                    <a:pt x="208" y="3823934"/>
                  </a:lnTo>
                  <a:lnTo>
                    <a:pt x="833" y="3872233"/>
                  </a:lnTo>
                  <a:lnTo>
                    <a:pt x="1872" y="3920432"/>
                  </a:lnTo>
                  <a:lnTo>
                    <a:pt x="3324" y="3968528"/>
                  </a:lnTo>
                  <a:lnTo>
                    <a:pt x="5187" y="4016519"/>
                  </a:lnTo>
                  <a:lnTo>
                    <a:pt x="7459" y="4064404"/>
                  </a:lnTo>
                  <a:lnTo>
                    <a:pt x="10138" y="4112181"/>
                  </a:lnTo>
                  <a:lnTo>
                    <a:pt x="13224" y="4159849"/>
                  </a:lnTo>
                  <a:lnTo>
                    <a:pt x="16714" y="4207406"/>
                  </a:lnTo>
                  <a:lnTo>
                    <a:pt x="20606" y="4254850"/>
                  </a:lnTo>
                  <a:lnTo>
                    <a:pt x="24899" y="4302179"/>
                  </a:lnTo>
                  <a:lnTo>
                    <a:pt x="29591" y="4349391"/>
                  </a:lnTo>
                  <a:lnTo>
                    <a:pt x="34680" y="4396486"/>
                  </a:lnTo>
                  <a:lnTo>
                    <a:pt x="40165" y="4443461"/>
                  </a:lnTo>
                  <a:lnTo>
                    <a:pt x="46044" y="4490315"/>
                  </a:lnTo>
                  <a:lnTo>
                    <a:pt x="52315" y="4537045"/>
                  </a:lnTo>
                  <a:lnTo>
                    <a:pt x="58977" y="4583650"/>
                  </a:lnTo>
                  <a:lnTo>
                    <a:pt x="66028" y="4630129"/>
                  </a:lnTo>
                  <a:lnTo>
                    <a:pt x="73466" y="4676480"/>
                  </a:lnTo>
                  <a:lnTo>
                    <a:pt x="81289" y="4722701"/>
                  </a:lnTo>
                  <a:lnTo>
                    <a:pt x="89496" y="4768790"/>
                  </a:lnTo>
                  <a:lnTo>
                    <a:pt x="98085" y="4814746"/>
                  </a:lnTo>
                  <a:lnTo>
                    <a:pt x="107054" y="4860566"/>
                  </a:lnTo>
                  <a:lnTo>
                    <a:pt x="116402" y="4906250"/>
                  </a:lnTo>
                  <a:lnTo>
                    <a:pt x="126127" y="4951795"/>
                  </a:lnTo>
                  <a:lnTo>
                    <a:pt x="136227" y="4997201"/>
                  </a:lnTo>
                  <a:lnTo>
                    <a:pt x="146701" y="5042464"/>
                  </a:lnTo>
                  <a:lnTo>
                    <a:pt x="157546" y="5087584"/>
                  </a:lnTo>
                  <a:lnTo>
                    <a:pt x="168762" y="5132558"/>
                  </a:lnTo>
                  <a:lnTo>
                    <a:pt x="180346" y="5177386"/>
                  </a:lnTo>
                  <a:lnTo>
                    <a:pt x="192297" y="5222065"/>
                  </a:lnTo>
                  <a:lnTo>
                    <a:pt x="204612" y="5266593"/>
                  </a:lnTo>
                  <a:lnTo>
                    <a:pt x="217291" y="5310969"/>
                  </a:lnTo>
                  <a:lnTo>
                    <a:pt x="230332" y="5355192"/>
                  </a:lnTo>
                  <a:lnTo>
                    <a:pt x="243732" y="5399259"/>
                  </a:lnTo>
                  <a:lnTo>
                    <a:pt x="257491" y="5443168"/>
                  </a:lnTo>
                  <a:lnTo>
                    <a:pt x="271606" y="5486919"/>
                  </a:lnTo>
                  <a:lnTo>
                    <a:pt x="286076" y="5530509"/>
                  </a:lnTo>
                  <a:lnTo>
                    <a:pt x="300899" y="5573937"/>
                  </a:lnTo>
                  <a:lnTo>
                    <a:pt x="316074" y="5617201"/>
                  </a:lnTo>
                  <a:lnTo>
                    <a:pt x="331598" y="5660299"/>
                  </a:lnTo>
                  <a:lnTo>
                    <a:pt x="347470" y="5703230"/>
                  </a:lnTo>
                  <a:lnTo>
                    <a:pt x="363688" y="5745992"/>
                  </a:lnTo>
                  <a:lnTo>
                    <a:pt x="380251" y="5788582"/>
                  </a:lnTo>
                  <a:lnTo>
                    <a:pt x="397157" y="5831001"/>
                  </a:lnTo>
                  <a:lnTo>
                    <a:pt x="414404" y="5873245"/>
                  </a:lnTo>
                  <a:lnTo>
                    <a:pt x="431990" y="5915313"/>
                  </a:lnTo>
                  <a:lnTo>
                    <a:pt x="449914" y="5957203"/>
                  </a:lnTo>
                  <a:lnTo>
                    <a:pt x="468174" y="5998914"/>
                  </a:lnTo>
                  <a:lnTo>
                    <a:pt x="486769" y="6040444"/>
                  </a:lnTo>
                  <a:lnTo>
                    <a:pt x="505696" y="6081791"/>
                  </a:lnTo>
                  <a:lnTo>
                    <a:pt x="524954" y="6122954"/>
                  </a:lnTo>
                  <a:lnTo>
                    <a:pt x="544541" y="6163931"/>
                  </a:lnTo>
                  <a:lnTo>
                    <a:pt x="564456" y="6204719"/>
                  </a:lnTo>
                  <a:lnTo>
                    <a:pt x="584697" y="6245318"/>
                  </a:lnTo>
                  <a:lnTo>
                    <a:pt x="605262" y="6285726"/>
                  </a:lnTo>
                  <a:lnTo>
                    <a:pt x="626149" y="6325941"/>
                  </a:lnTo>
                  <a:lnTo>
                    <a:pt x="647357" y="6365961"/>
                  </a:lnTo>
                  <a:lnTo>
                    <a:pt x="668884" y="6405785"/>
                  </a:lnTo>
                  <a:lnTo>
                    <a:pt x="690728" y="6445411"/>
                  </a:lnTo>
                  <a:lnTo>
                    <a:pt x="712888" y="6484837"/>
                  </a:lnTo>
                  <a:lnTo>
                    <a:pt x="735362" y="6524061"/>
                  </a:lnTo>
                  <a:lnTo>
                    <a:pt x="758148" y="6563083"/>
                  </a:lnTo>
                  <a:lnTo>
                    <a:pt x="781244" y="6601899"/>
                  </a:lnTo>
                  <a:lnTo>
                    <a:pt x="804649" y="6640509"/>
                  </a:lnTo>
                  <a:lnTo>
                    <a:pt x="828362" y="6678910"/>
                  </a:lnTo>
                  <a:lnTo>
                    <a:pt x="852380" y="6717102"/>
                  </a:lnTo>
                  <a:lnTo>
                    <a:pt x="876701" y="6755081"/>
                  </a:lnTo>
                  <a:lnTo>
                    <a:pt x="901325" y="6792848"/>
                  </a:lnTo>
                  <a:lnTo>
                    <a:pt x="926248" y="6830399"/>
                  </a:lnTo>
                  <a:lnTo>
                    <a:pt x="951471" y="6867733"/>
                  </a:lnTo>
                  <a:lnTo>
                    <a:pt x="976990" y="6904849"/>
                  </a:lnTo>
                  <a:lnTo>
                    <a:pt x="1002804" y="6941745"/>
                  </a:lnTo>
                  <a:lnTo>
                    <a:pt x="1028912" y="6978418"/>
                  </a:lnTo>
                  <a:lnTo>
                    <a:pt x="1055312" y="7014868"/>
                  </a:lnTo>
                  <a:lnTo>
                    <a:pt x="1082001" y="7051093"/>
                  </a:lnTo>
                  <a:lnTo>
                    <a:pt x="1108979" y="7087091"/>
                  </a:lnTo>
                  <a:lnTo>
                    <a:pt x="1136244" y="7122859"/>
                  </a:lnTo>
                  <a:lnTo>
                    <a:pt x="1163793" y="7158398"/>
                  </a:lnTo>
                  <a:lnTo>
                    <a:pt x="1191626" y="7193704"/>
                  </a:lnTo>
                  <a:lnTo>
                    <a:pt x="1219741" y="7228777"/>
                  </a:lnTo>
                  <a:lnTo>
                    <a:pt x="1248135" y="7263614"/>
                  </a:lnTo>
                  <a:lnTo>
                    <a:pt x="1276807" y="7298213"/>
                  </a:lnTo>
                  <a:lnTo>
                    <a:pt x="1305756" y="7332574"/>
                  </a:lnTo>
                  <a:lnTo>
                    <a:pt x="1334980" y="7366694"/>
                  </a:lnTo>
                  <a:lnTo>
                    <a:pt x="1364476" y="7400571"/>
                  </a:lnTo>
                  <a:lnTo>
                    <a:pt x="1394244" y="7434205"/>
                  </a:lnTo>
                  <a:lnTo>
                    <a:pt x="1424282" y="7467593"/>
                  </a:lnTo>
                  <a:lnTo>
                    <a:pt x="1454587" y="7500733"/>
                  </a:lnTo>
                  <a:lnTo>
                    <a:pt x="1485159" y="7533624"/>
                  </a:lnTo>
                  <a:lnTo>
                    <a:pt x="1501648" y="7551077"/>
                  </a:lnTo>
                </a:path>
              </a:pathLst>
            </a:custGeom>
            <a:ln w="619124">
              <a:solidFill>
                <a:srgbClr val="FC61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56640">
              <a:lnSpc>
                <a:spcPct val="100000"/>
              </a:lnSpc>
              <a:spcBef>
                <a:spcPts val="100"/>
              </a:spcBef>
            </a:pPr>
            <a:r>
              <a:rPr dirty="0"/>
              <a:t>AD</a:t>
            </a:r>
            <a:r>
              <a:rPr spc="-610" dirty="0"/>
              <a:t>V</a:t>
            </a:r>
            <a:r>
              <a:rPr spc="5" dirty="0"/>
              <a:t>AN</a:t>
            </a:r>
            <a:r>
              <a:rPr spc="-345" dirty="0"/>
              <a:t>T</a:t>
            </a:r>
            <a:r>
              <a:rPr dirty="0"/>
              <a:t>A</a:t>
            </a:r>
            <a:r>
              <a:rPr spc="-5" dirty="0"/>
              <a:t>GE</a:t>
            </a:r>
            <a:r>
              <a:rPr spc="5" dirty="0"/>
              <a:t>S</a:t>
            </a:r>
            <a:r>
              <a:rPr spc="-95" dirty="0"/>
              <a:t> </a:t>
            </a:r>
            <a:r>
              <a:rPr dirty="0"/>
              <a:t>&amp;</a:t>
            </a:r>
            <a:r>
              <a:rPr spc="-90" dirty="0"/>
              <a:t> </a:t>
            </a:r>
            <a:r>
              <a:rPr spc="-45" dirty="0"/>
              <a:t>LIMITATIONS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535940" y="1100835"/>
            <a:ext cx="403606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sz="2800" b="1" spc="-10" dirty="0">
                <a:solidFill>
                  <a:srgbClr val="006FC0"/>
                </a:solidFill>
                <a:latin typeface="Calibri"/>
                <a:cs typeface="Calibri"/>
              </a:rPr>
              <a:t>                     </a:t>
            </a:r>
            <a:r>
              <a:rPr lang="en-IN" sz="2800" b="1" spc="-10" dirty="0">
                <a:solidFill>
                  <a:srgbClr val="FF0000"/>
                </a:solidFill>
                <a:latin typeface="Calibri"/>
                <a:cs typeface="Calibri"/>
              </a:rPr>
              <a:t>Advantages:</a:t>
            </a:r>
            <a:endParaRPr sz="2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09800" y="1638681"/>
            <a:ext cx="10287000" cy="24134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0" marR="274320" indent="-457200">
              <a:lnSpc>
                <a:spcPct val="100000"/>
              </a:lnSpc>
              <a:spcBef>
                <a:spcPts val="100"/>
              </a:spcBef>
              <a:buChar char="-"/>
              <a:tabLst>
                <a:tab pos="533400" algn="l"/>
              </a:tabLst>
            </a:pPr>
            <a:r>
              <a:rPr sz="2600" dirty="0">
                <a:latin typeface="Calibri"/>
                <a:cs typeface="Calibri"/>
              </a:rPr>
              <a:t>Simple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user-</a:t>
            </a:r>
            <a:r>
              <a:rPr sz="2600" dirty="0">
                <a:latin typeface="Calibri"/>
                <a:cs typeface="Calibri"/>
              </a:rPr>
              <a:t>friendly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interface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booking</a:t>
            </a:r>
            <a:r>
              <a:rPr sz="2600" spc="-10" dirty="0">
                <a:latin typeface="Calibri"/>
                <a:cs typeface="Calibri"/>
              </a:rPr>
              <a:t> tickets </a:t>
            </a:r>
            <a:r>
              <a:rPr sz="2600" spc="-120" dirty="0">
                <a:latin typeface="Calibri"/>
                <a:cs typeface="Calibri"/>
              </a:rPr>
              <a:t>w</a:t>
            </a:r>
            <a:r>
              <a:rPr sz="2550" spc="-179" baseline="11437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r>
              <a:rPr sz="2600" spc="-120" dirty="0">
                <a:latin typeface="Calibri"/>
                <a:cs typeface="Calibri"/>
              </a:rPr>
              <a:t>ithout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manual</a:t>
            </a:r>
            <a:r>
              <a:rPr sz="2600" spc="-10" dirty="0">
                <a:latin typeface="Calibri"/>
                <a:cs typeface="Calibri"/>
              </a:rPr>
              <a:t> forms.</a:t>
            </a:r>
            <a:endParaRPr sz="2600" dirty="0">
              <a:latin typeface="Calibri"/>
              <a:cs typeface="Calibri"/>
            </a:endParaRPr>
          </a:p>
          <a:p>
            <a:pPr marL="533400" marR="1492250" indent="-457200">
              <a:lnSpc>
                <a:spcPct val="100000"/>
              </a:lnSpc>
              <a:buChar char="-"/>
              <a:tabLst>
                <a:tab pos="533400" algn="l"/>
              </a:tabLst>
            </a:pPr>
            <a:r>
              <a:rPr sz="2600" spc="-20" dirty="0">
                <a:latin typeface="Calibri"/>
                <a:cs typeface="Calibri"/>
              </a:rPr>
              <a:t>Real-</a:t>
            </a:r>
            <a:r>
              <a:rPr sz="2600" dirty="0">
                <a:latin typeface="Calibri"/>
                <a:cs typeface="Calibri"/>
              </a:rPr>
              <a:t>time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ticket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availability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updates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prevent </a:t>
            </a:r>
            <a:r>
              <a:rPr sz="2600" dirty="0">
                <a:latin typeface="Calibri"/>
                <a:cs typeface="Calibri"/>
              </a:rPr>
              <a:t>overbooking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automatically.</a:t>
            </a:r>
            <a:endParaRPr sz="2600" dirty="0">
              <a:latin typeface="Calibri"/>
              <a:cs typeface="Calibri"/>
            </a:endParaRPr>
          </a:p>
          <a:p>
            <a:pPr marL="533400" marR="81280" indent="-457200">
              <a:lnSpc>
                <a:spcPct val="100000"/>
              </a:lnSpc>
              <a:spcBef>
                <a:spcPts val="5"/>
              </a:spcBef>
              <a:buChar char="-"/>
              <a:tabLst>
                <a:tab pos="533400" algn="l"/>
              </a:tabLst>
            </a:pPr>
            <a:r>
              <a:rPr sz="2600" dirty="0">
                <a:latin typeface="Calibri"/>
                <a:cs typeface="Calibri"/>
              </a:rPr>
              <a:t>I</a:t>
            </a:r>
            <a:r>
              <a:rPr sz="2600" spc="-770" dirty="0">
                <a:latin typeface="Calibri"/>
                <a:cs typeface="Calibri"/>
              </a:rPr>
              <a:t>n</a:t>
            </a:r>
            <a:r>
              <a:rPr sz="2550" spc="-367" baseline="-26143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r>
              <a:rPr sz="2600" spc="-15" dirty="0">
                <a:latin typeface="Calibri"/>
                <a:cs typeface="Calibri"/>
              </a:rPr>
              <a:t>s</a:t>
            </a:r>
            <a:r>
              <a:rPr sz="2600" spc="-35" dirty="0"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n</a:t>
            </a:r>
            <a:r>
              <a:rPr sz="2600" spc="5" dirty="0">
                <a:latin typeface="Calibri"/>
                <a:cs typeface="Calibri"/>
              </a:rPr>
              <a:t>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booking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confirmation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detailed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summary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users.</a:t>
            </a:r>
            <a:endParaRPr sz="2600" dirty="0">
              <a:latin typeface="Calibri"/>
              <a:cs typeface="Calibri"/>
            </a:endParaRPr>
          </a:p>
          <a:p>
            <a:pPr marL="532765" indent="-456565">
              <a:lnSpc>
                <a:spcPct val="100000"/>
              </a:lnSpc>
              <a:buChar char="-"/>
              <a:tabLst>
                <a:tab pos="532765" algn="l"/>
              </a:tabLst>
            </a:pPr>
            <a:r>
              <a:rPr sz="2600" spc="-210" dirty="0">
                <a:latin typeface="Calibri"/>
                <a:cs typeface="Calibri"/>
              </a:rPr>
              <a:t>R</a:t>
            </a:r>
            <a:r>
              <a:rPr sz="2550" spc="-1192" baseline="6535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r>
              <a:rPr sz="2600" spc="5" dirty="0">
                <a:latin typeface="Calibri"/>
                <a:cs typeface="Calibri"/>
              </a:rPr>
              <a:t>esponsi</a:t>
            </a:r>
            <a:r>
              <a:rPr sz="2600" spc="-20" dirty="0">
                <a:latin typeface="Calibri"/>
                <a:cs typeface="Calibri"/>
              </a:rPr>
              <a:t>v</a:t>
            </a:r>
            <a:r>
              <a:rPr sz="2600" spc="5" dirty="0">
                <a:latin typeface="Calibri"/>
                <a:cs typeface="Calibri"/>
              </a:rPr>
              <a:t>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design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works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desktop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mobile</a:t>
            </a:r>
            <a:r>
              <a:rPr lang="en-IN" sz="2600" spc="-10" dirty="0">
                <a:latin typeface="Calibri"/>
                <a:cs typeface="Calibri"/>
              </a:rPr>
              <a:t>s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209800" y="4381501"/>
            <a:ext cx="8458200" cy="365082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33400">
              <a:lnSpc>
                <a:spcPts val="3110"/>
              </a:lnSpc>
              <a:spcBef>
                <a:spcPts val="105"/>
              </a:spcBef>
            </a:pPr>
            <a:endParaRPr sz="2600" dirty="0">
              <a:latin typeface="Calibri"/>
              <a:cs typeface="Calibri"/>
            </a:endParaRPr>
          </a:p>
          <a:p>
            <a:pPr marL="76200">
              <a:lnSpc>
                <a:spcPts val="3350"/>
              </a:lnSpc>
            </a:pPr>
            <a:r>
              <a:rPr sz="2800" b="1" spc="75" dirty="0">
                <a:solidFill>
                  <a:srgbClr val="C00000"/>
                </a:solidFill>
                <a:latin typeface="Calibri"/>
                <a:cs typeface="Calibri"/>
              </a:rPr>
              <a:t>Limi</a:t>
            </a:r>
            <a:r>
              <a:rPr sz="2800" b="1" spc="-894" dirty="0">
                <a:solidFill>
                  <a:srgbClr val="C00000"/>
                </a:solidFill>
                <a:latin typeface="Calibri"/>
                <a:cs typeface="Calibri"/>
              </a:rPr>
              <a:t>t</a:t>
            </a:r>
            <a:r>
              <a:rPr sz="2550" spc="-37" baseline="44117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r>
              <a:rPr sz="2800" b="1" spc="45" dirty="0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sz="2800" b="1" spc="75" dirty="0">
                <a:solidFill>
                  <a:srgbClr val="C00000"/>
                </a:solidFill>
                <a:latin typeface="Calibri"/>
                <a:cs typeface="Calibri"/>
              </a:rPr>
              <a:t>ti</a:t>
            </a:r>
            <a:r>
              <a:rPr sz="2800" b="1" spc="60" dirty="0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sz="2800" b="1" spc="75" dirty="0">
                <a:solidFill>
                  <a:srgbClr val="C00000"/>
                </a:solidFill>
                <a:latin typeface="Calibri"/>
                <a:cs typeface="Calibri"/>
              </a:rPr>
              <a:t>ns:</a:t>
            </a:r>
            <a:endParaRPr sz="2800" dirty="0">
              <a:latin typeface="Calibri"/>
              <a:cs typeface="Calibri"/>
            </a:endParaRPr>
          </a:p>
          <a:p>
            <a:pPr marL="533400" marR="81280" indent="-457200">
              <a:lnSpc>
                <a:spcPct val="100000"/>
              </a:lnSpc>
              <a:spcBef>
                <a:spcPts val="20"/>
              </a:spcBef>
              <a:buChar char="-"/>
              <a:tabLst>
                <a:tab pos="533400" algn="l"/>
              </a:tabLst>
            </a:pPr>
            <a:r>
              <a:rPr sz="2600" spc="-434" dirty="0">
                <a:latin typeface="Calibri"/>
                <a:cs typeface="Calibri"/>
              </a:rPr>
              <a:t>N</a:t>
            </a:r>
            <a:r>
              <a:rPr sz="2550" spc="-794" baseline="-2287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r>
              <a:rPr sz="2600" spc="20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backend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database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booking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lost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page </a:t>
            </a:r>
            <a:r>
              <a:rPr sz="2600" spc="-10" dirty="0">
                <a:latin typeface="Calibri"/>
                <a:cs typeface="Calibri"/>
              </a:rPr>
              <a:t>refresh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(client-</a:t>
            </a:r>
            <a:r>
              <a:rPr sz="2600" dirty="0">
                <a:latin typeface="Calibri"/>
                <a:cs typeface="Calibri"/>
              </a:rPr>
              <a:t>side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only).</a:t>
            </a:r>
            <a:endParaRPr sz="2600" dirty="0">
              <a:latin typeface="Calibri"/>
              <a:cs typeface="Calibri"/>
            </a:endParaRPr>
          </a:p>
          <a:p>
            <a:pPr marL="533400" marR="422275" indent="-457200">
              <a:lnSpc>
                <a:spcPct val="100000"/>
              </a:lnSpc>
              <a:buChar char="-"/>
              <a:tabLst>
                <a:tab pos="533400" algn="l"/>
              </a:tabLst>
            </a:pPr>
            <a:r>
              <a:rPr sz="2600" spc="-415" dirty="0">
                <a:latin typeface="Calibri"/>
                <a:cs typeface="Calibri"/>
              </a:rPr>
              <a:t>N</a:t>
            </a:r>
            <a:r>
              <a:rPr sz="2550" spc="-825" baseline="8169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r>
              <a:rPr sz="2600" spc="5" dirty="0">
                <a:latin typeface="Calibri"/>
                <a:cs typeface="Calibri"/>
              </a:rPr>
              <a:t>o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authentication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-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book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without </a:t>
            </a:r>
            <a:r>
              <a:rPr sz="2600" dirty="0">
                <a:latin typeface="Calibri"/>
                <a:cs typeface="Calibri"/>
              </a:rPr>
              <a:t>login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verification.</a:t>
            </a:r>
            <a:endParaRPr sz="2600" dirty="0">
              <a:latin typeface="Calibri"/>
              <a:cs typeface="Calibri"/>
            </a:endParaRPr>
          </a:p>
          <a:p>
            <a:pPr marL="533400" marR="647700" indent="-457200">
              <a:lnSpc>
                <a:spcPct val="100000"/>
              </a:lnSpc>
              <a:buChar char="-"/>
              <a:tabLst>
                <a:tab pos="533400" algn="l"/>
              </a:tabLst>
            </a:pPr>
            <a:r>
              <a:rPr sz="2600" spc="-120" dirty="0">
                <a:latin typeface="Calibri"/>
                <a:cs typeface="Calibri"/>
              </a:rPr>
              <a:t>P</a:t>
            </a:r>
            <a:r>
              <a:rPr sz="2550" spc="-1350" baseline="40849" dirty="0">
                <a:solidFill>
                  <a:srgbClr val="181818"/>
                </a:solidFill>
                <a:latin typeface="Tahoma"/>
                <a:cs typeface="Tahoma"/>
              </a:rPr>
              <a:t>8</a:t>
            </a:r>
            <a:r>
              <a:rPr sz="2600" spc="-65" dirty="0">
                <a:latin typeface="Calibri"/>
                <a:cs typeface="Calibri"/>
              </a:rPr>
              <a:t>a</a:t>
            </a:r>
            <a:r>
              <a:rPr sz="2600" spc="-10" dirty="0">
                <a:latin typeface="Calibri"/>
                <a:cs typeface="Calibri"/>
              </a:rPr>
              <a:t>y</a:t>
            </a:r>
            <a:r>
              <a:rPr sz="2600" spc="-20" dirty="0">
                <a:latin typeface="Calibri"/>
                <a:cs typeface="Calibri"/>
              </a:rPr>
              <a:t>m</a:t>
            </a:r>
            <a:r>
              <a:rPr sz="2600" spc="-15" dirty="0">
                <a:latin typeface="Calibri"/>
                <a:cs typeface="Calibri"/>
              </a:rPr>
              <a:t>e</a:t>
            </a:r>
            <a:r>
              <a:rPr sz="2600" spc="-4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integration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current version.</a:t>
            </a:r>
            <a:endParaRPr sz="2600" dirty="0">
              <a:latin typeface="Calibri"/>
              <a:cs typeface="Calibri"/>
            </a:endParaRPr>
          </a:p>
          <a:p>
            <a:pPr marL="647065">
              <a:lnSpc>
                <a:spcPts val="2885"/>
              </a:lnSpc>
            </a:pPr>
            <a:r>
              <a:rPr sz="2700" spc="215" dirty="0">
                <a:solidFill>
                  <a:srgbClr val="FFFDFD"/>
                </a:solidFill>
                <a:latin typeface="Tahoma"/>
                <a:cs typeface="Tahoma"/>
              </a:rPr>
              <a:t>9</a:t>
            </a:r>
            <a:endParaRPr sz="2700" dirty="0">
              <a:latin typeface="Tahoma"/>
              <a:cs typeface="Tahoma"/>
            </a:endParaRPr>
          </a:p>
        </p:txBody>
      </p:sp>
      <p:sp>
        <p:nvSpPr>
          <p:cNvPr id="19" name="object 11">
            <a:extLst>
              <a:ext uri="{FF2B5EF4-FFF2-40B4-BE49-F238E27FC236}">
                <a16:creationId xmlns:a16="http://schemas.microsoft.com/office/drawing/2014/main" id="{83618802-64AC-2492-C72B-C136B707D946}"/>
              </a:ext>
            </a:extLst>
          </p:cNvPr>
          <p:cNvSpPr txBox="1"/>
          <p:nvPr/>
        </p:nvSpPr>
        <p:spPr>
          <a:xfrm>
            <a:off x="873658" y="2105024"/>
            <a:ext cx="711835" cy="57887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00"/>
              </a:spcBef>
            </a:pPr>
            <a:r>
              <a:rPr sz="1700" spc="-375" dirty="0">
                <a:solidFill>
                  <a:srgbClr val="181818"/>
                </a:solidFill>
                <a:latin typeface="Tahoma"/>
                <a:cs typeface="Tahoma"/>
              </a:rPr>
              <a:t>1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50"/>
              </a:spcBef>
            </a:pPr>
            <a:endParaRPr sz="1700" dirty="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  <a:spcBef>
                <a:spcPts val="5"/>
              </a:spcBef>
            </a:pPr>
            <a:r>
              <a:rPr sz="1700" spc="40" dirty="0">
                <a:solidFill>
                  <a:srgbClr val="181818"/>
                </a:solidFill>
                <a:latin typeface="Tahoma"/>
                <a:cs typeface="Tahoma"/>
              </a:rPr>
              <a:t>2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3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3175" algn="ctr">
              <a:lnSpc>
                <a:spcPct val="100000"/>
              </a:lnSpc>
            </a:pPr>
            <a:r>
              <a:rPr sz="1700" spc="160" dirty="0">
                <a:solidFill>
                  <a:srgbClr val="181818"/>
                </a:solidFill>
                <a:latin typeface="Tahoma"/>
                <a:cs typeface="Tahoma"/>
              </a:rPr>
              <a:t>4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2540" algn="ctr">
              <a:lnSpc>
                <a:spcPct val="100000"/>
              </a:lnSpc>
            </a:pPr>
            <a:r>
              <a:rPr sz="1700" spc="60" dirty="0">
                <a:solidFill>
                  <a:srgbClr val="181818"/>
                </a:solidFill>
                <a:latin typeface="Tahoma"/>
                <a:cs typeface="Tahoma"/>
              </a:rPr>
              <a:t>5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r>
              <a:rPr sz="1700" spc="125" dirty="0">
                <a:solidFill>
                  <a:srgbClr val="181818"/>
                </a:solidFill>
                <a:latin typeface="Tahoma"/>
                <a:cs typeface="Tahoma"/>
              </a:rPr>
              <a:t>6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65"/>
              </a:spcBef>
            </a:pPr>
            <a:endParaRPr sz="1700" dirty="0">
              <a:latin typeface="Tahoma"/>
              <a:cs typeface="Tahoma"/>
            </a:endParaRPr>
          </a:p>
          <a:p>
            <a:pPr marL="1905" algn="ctr">
              <a:lnSpc>
                <a:spcPct val="100000"/>
              </a:lnSpc>
            </a:pPr>
            <a:r>
              <a:rPr sz="1700" spc="30" dirty="0">
                <a:solidFill>
                  <a:srgbClr val="181818"/>
                </a:solidFill>
                <a:latin typeface="Tahoma"/>
                <a:cs typeface="Tahoma"/>
              </a:rPr>
              <a:t>7</a:t>
            </a: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17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lang="en-IN" sz="1600" spc="-20" dirty="0">
                <a:solidFill>
                  <a:srgbClr val="001F5F"/>
                </a:solidFill>
                <a:latin typeface="Tahoma"/>
                <a:cs typeface="Tahoma"/>
              </a:rPr>
              <a:t>8</a:t>
            </a:r>
          </a:p>
          <a:p>
            <a:pPr algn="ctr">
              <a:lnSpc>
                <a:spcPct val="100000"/>
              </a:lnSpc>
            </a:pPr>
            <a:endParaRPr sz="2400" dirty="0">
              <a:latin typeface="Tahoma"/>
              <a:cs typeface="Tahoma"/>
            </a:endParaRPr>
          </a:p>
          <a:p>
            <a:pPr marL="3810" algn="ctr">
              <a:lnSpc>
                <a:spcPct val="100000"/>
              </a:lnSpc>
            </a:pPr>
            <a:endParaRPr sz="1700" dirty="0">
              <a:latin typeface="Tahoma"/>
              <a:cs typeface="Tahoma"/>
            </a:endParaRPr>
          </a:p>
        </p:txBody>
      </p:sp>
      <p:sp>
        <p:nvSpPr>
          <p:cNvPr id="20" name="object 4">
            <a:extLst>
              <a:ext uri="{FF2B5EF4-FFF2-40B4-BE49-F238E27FC236}">
                <a16:creationId xmlns:a16="http://schemas.microsoft.com/office/drawing/2014/main" id="{2057FCA6-3CBD-E634-CEAE-A7C041B955AB}"/>
              </a:ext>
            </a:extLst>
          </p:cNvPr>
          <p:cNvSpPr/>
          <p:nvPr/>
        </p:nvSpPr>
        <p:spPr>
          <a:xfrm>
            <a:off x="975258" y="5414450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4">
            <a:extLst>
              <a:ext uri="{FF2B5EF4-FFF2-40B4-BE49-F238E27FC236}">
                <a16:creationId xmlns:a16="http://schemas.microsoft.com/office/drawing/2014/main" id="{AA1C2CBC-9D91-E499-B5D7-08F1CC738BA3}"/>
              </a:ext>
            </a:extLst>
          </p:cNvPr>
          <p:cNvSpPr/>
          <p:nvPr/>
        </p:nvSpPr>
        <p:spPr>
          <a:xfrm>
            <a:off x="940300" y="2685219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B8152766-E723-F139-1F54-6DE04FEFD204}"/>
              </a:ext>
            </a:extLst>
          </p:cNvPr>
          <p:cNvSpPr/>
          <p:nvPr/>
        </p:nvSpPr>
        <p:spPr>
          <a:xfrm>
            <a:off x="940300" y="3411238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4">
            <a:extLst>
              <a:ext uri="{FF2B5EF4-FFF2-40B4-BE49-F238E27FC236}">
                <a16:creationId xmlns:a16="http://schemas.microsoft.com/office/drawing/2014/main" id="{370A199F-E1C1-FAE3-FB44-A2C7CD527CF3}"/>
              </a:ext>
            </a:extLst>
          </p:cNvPr>
          <p:cNvSpPr/>
          <p:nvPr/>
        </p:nvSpPr>
        <p:spPr>
          <a:xfrm>
            <a:off x="940300" y="410671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4">
            <a:extLst>
              <a:ext uri="{FF2B5EF4-FFF2-40B4-BE49-F238E27FC236}">
                <a16:creationId xmlns:a16="http://schemas.microsoft.com/office/drawing/2014/main" id="{6B8747C4-3F62-C8AC-F0E7-B3669450DAD2}"/>
              </a:ext>
            </a:extLst>
          </p:cNvPr>
          <p:cNvSpPr/>
          <p:nvPr/>
        </p:nvSpPr>
        <p:spPr>
          <a:xfrm>
            <a:off x="940300" y="4760581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4">
            <a:extLst>
              <a:ext uri="{FF2B5EF4-FFF2-40B4-BE49-F238E27FC236}">
                <a16:creationId xmlns:a16="http://schemas.microsoft.com/office/drawing/2014/main" id="{2159D11E-5F19-411F-CDB6-63327864B032}"/>
              </a:ext>
            </a:extLst>
          </p:cNvPr>
          <p:cNvSpPr/>
          <p:nvPr/>
        </p:nvSpPr>
        <p:spPr>
          <a:xfrm>
            <a:off x="753769" y="7448948"/>
            <a:ext cx="881695" cy="935163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pPr algn="ctr"/>
            <a:r>
              <a:rPr lang="en-IN" sz="2000" b="1" dirty="0"/>
              <a:t> </a:t>
            </a:r>
          </a:p>
          <a:p>
            <a:pPr algn="ctr"/>
            <a:r>
              <a:rPr lang="en-IN" sz="2800" b="1" dirty="0"/>
              <a:t>9</a:t>
            </a:r>
            <a:endParaRPr sz="2800" b="1" dirty="0"/>
          </a:p>
        </p:txBody>
      </p:sp>
      <p:sp>
        <p:nvSpPr>
          <p:cNvPr id="26" name="object 4">
            <a:extLst>
              <a:ext uri="{FF2B5EF4-FFF2-40B4-BE49-F238E27FC236}">
                <a16:creationId xmlns:a16="http://schemas.microsoft.com/office/drawing/2014/main" id="{B7FD32F6-F3CE-9300-DB82-F98B1E91AD90}"/>
              </a:ext>
            </a:extLst>
          </p:cNvPr>
          <p:cNvSpPr/>
          <p:nvPr/>
        </p:nvSpPr>
        <p:spPr>
          <a:xfrm>
            <a:off x="1004466" y="6083856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5AD3EE7A-A8EB-D7A1-BEBC-F13396A586C7}"/>
              </a:ext>
            </a:extLst>
          </p:cNvPr>
          <p:cNvSpPr/>
          <p:nvPr/>
        </p:nvSpPr>
        <p:spPr>
          <a:xfrm>
            <a:off x="975258" y="6816157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4">
            <a:extLst>
              <a:ext uri="{FF2B5EF4-FFF2-40B4-BE49-F238E27FC236}">
                <a16:creationId xmlns:a16="http://schemas.microsoft.com/office/drawing/2014/main" id="{F97AC471-6801-4B6C-3128-3D280B1B32EC}"/>
              </a:ext>
            </a:extLst>
          </p:cNvPr>
          <p:cNvSpPr/>
          <p:nvPr/>
        </p:nvSpPr>
        <p:spPr>
          <a:xfrm>
            <a:off x="977734" y="1982342"/>
            <a:ext cx="508634" cy="544195"/>
          </a:xfrm>
          <a:custGeom>
            <a:avLst/>
            <a:gdLst/>
            <a:ahLst/>
            <a:cxnLst/>
            <a:rect l="l" t="t" r="r" b="b"/>
            <a:pathLst>
              <a:path w="508634" h="544194">
                <a:moveTo>
                  <a:pt x="254088" y="0"/>
                </a:moveTo>
                <a:lnTo>
                  <a:pt x="208417" y="4382"/>
                </a:lnTo>
                <a:lnTo>
                  <a:pt x="165431" y="17017"/>
                </a:lnTo>
                <a:lnTo>
                  <a:pt x="125848" y="37135"/>
                </a:lnTo>
                <a:lnTo>
                  <a:pt x="90385" y="63967"/>
                </a:lnTo>
                <a:lnTo>
                  <a:pt x="59760" y="96743"/>
                </a:lnTo>
                <a:lnTo>
                  <a:pt x="34692" y="134695"/>
                </a:lnTo>
                <a:lnTo>
                  <a:pt x="15897" y="177052"/>
                </a:lnTo>
                <a:lnTo>
                  <a:pt x="4093" y="223046"/>
                </a:lnTo>
                <a:lnTo>
                  <a:pt x="0" y="271906"/>
                </a:lnTo>
                <a:lnTo>
                  <a:pt x="4093" y="320767"/>
                </a:lnTo>
                <a:lnTo>
                  <a:pt x="15897" y="366761"/>
                </a:lnTo>
                <a:lnTo>
                  <a:pt x="34692" y="409118"/>
                </a:lnTo>
                <a:lnTo>
                  <a:pt x="59760" y="447070"/>
                </a:lnTo>
                <a:lnTo>
                  <a:pt x="90385" y="479846"/>
                </a:lnTo>
                <a:lnTo>
                  <a:pt x="125848" y="506678"/>
                </a:lnTo>
                <a:lnTo>
                  <a:pt x="165431" y="526796"/>
                </a:lnTo>
                <a:lnTo>
                  <a:pt x="208417" y="539431"/>
                </a:lnTo>
                <a:lnTo>
                  <a:pt x="254088" y="543813"/>
                </a:lnTo>
                <a:lnTo>
                  <a:pt x="299749" y="539431"/>
                </a:lnTo>
                <a:lnTo>
                  <a:pt x="342728" y="526796"/>
                </a:lnTo>
                <a:lnTo>
                  <a:pt x="382309" y="506678"/>
                </a:lnTo>
                <a:lnTo>
                  <a:pt x="417771" y="479846"/>
                </a:lnTo>
                <a:lnTo>
                  <a:pt x="448396" y="447070"/>
                </a:lnTo>
                <a:lnTo>
                  <a:pt x="473467" y="409118"/>
                </a:lnTo>
                <a:lnTo>
                  <a:pt x="492265" y="366761"/>
                </a:lnTo>
                <a:lnTo>
                  <a:pt x="504070" y="320767"/>
                </a:lnTo>
                <a:lnTo>
                  <a:pt x="508165" y="271906"/>
                </a:lnTo>
                <a:lnTo>
                  <a:pt x="504070" y="223046"/>
                </a:lnTo>
                <a:lnTo>
                  <a:pt x="492265" y="177052"/>
                </a:lnTo>
                <a:lnTo>
                  <a:pt x="473467" y="134695"/>
                </a:lnTo>
                <a:lnTo>
                  <a:pt x="448396" y="96743"/>
                </a:lnTo>
                <a:lnTo>
                  <a:pt x="417771" y="63967"/>
                </a:lnTo>
                <a:lnTo>
                  <a:pt x="382309" y="37135"/>
                </a:lnTo>
                <a:lnTo>
                  <a:pt x="342728" y="17017"/>
                </a:lnTo>
                <a:lnTo>
                  <a:pt x="299749" y="4382"/>
                </a:lnTo>
                <a:lnTo>
                  <a:pt x="254088" y="0"/>
                </a:lnTo>
                <a:close/>
              </a:path>
            </a:pathLst>
          </a:custGeom>
          <a:ln w="9525">
            <a:solidFill>
              <a:srgbClr val="FC61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081396" y="4019803"/>
            <a:ext cx="7397750" cy="1724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150" i="1" spc="195" dirty="0">
                <a:solidFill>
                  <a:srgbClr val="181818"/>
                </a:solidFill>
                <a:latin typeface="Trebuchet MS"/>
                <a:cs typeface="Trebuchet MS"/>
              </a:rPr>
              <a:t>Thank</a:t>
            </a:r>
            <a:r>
              <a:rPr sz="11150" i="1" spc="-10" dirty="0">
                <a:solidFill>
                  <a:srgbClr val="181818"/>
                </a:solidFill>
                <a:latin typeface="Trebuchet MS"/>
                <a:cs typeface="Trebuchet MS"/>
              </a:rPr>
              <a:t> </a:t>
            </a:r>
            <a:r>
              <a:rPr sz="11150" i="1" spc="600" dirty="0">
                <a:solidFill>
                  <a:srgbClr val="181818"/>
                </a:solidFill>
                <a:latin typeface="Trebuchet MS"/>
                <a:cs typeface="Trebuchet MS"/>
              </a:rPr>
              <a:t>you</a:t>
            </a:r>
            <a:endParaRPr sz="11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863</Words>
  <Application>Microsoft Office PowerPoint</Application>
  <PresentationFormat>Custom</PresentationFormat>
  <Paragraphs>248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Cambria</vt:lpstr>
      <vt:lpstr>Tahoma</vt:lpstr>
      <vt:lpstr>Times New Roman</vt:lpstr>
      <vt:lpstr>Trebuchet MS</vt:lpstr>
      <vt:lpstr>Office Theme</vt:lpstr>
      <vt:lpstr>School of Computing</vt:lpstr>
      <vt:lpstr>INTRODUCTION</vt:lpstr>
      <vt:lpstr>PROBLEM STATEMENT</vt:lpstr>
      <vt:lpstr>OBJECTIVE(S)</vt:lpstr>
      <vt:lpstr>PROPOSED SYSTEM</vt:lpstr>
      <vt:lpstr>PROPOSED SYSTEM ARCHITECTURE</vt:lpstr>
      <vt:lpstr>WORKFLOW</vt:lpstr>
      <vt:lpstr>TECHNOLOGIES USED</vt:lpstr>
      <vt:lpstr>PowerPoint Presentation</vt:lpstr>
      <vt:lpstr>IMPLEMENTATION SCREENSHOTS</vt:lpstr>
      <vt:lpstr>IMPLEMENTATION SCREENSHOTS</vt:lpstr>
      <vt:lpstr>IMPLEMENTATION SCREENSHOTS</vt:lpstr>
      <vt:lpstr>IMPLEMENTATION SCREENSHOTS</vt:lpstr>
      <vt:lpstr>ADVANTAGES &amp; LIMITATIONS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dc:creator>sruthi reddy</dc:creator>
  <cp:lastModifiedBy>sruthi reddy</cp:lastModifiedBy>
  <cp:revision>1</cp:revision>
  <dcterms:created xsi:type="dcterms:W3CDTF">2026-04-21T17:28:59Z</dcterms:created>
  <dcterms:modified xsi:type="dcterms:W3CDTF">2026-04-21T17:48:05Z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2026-04-21T00:00:00Z</vt:filetime>
  </property>
  <property fmtid="{D5CDD505-2E9C-101B-9397-08002B2CF9AE}" pid="4" name="Creator">
    <vt:lpwstr>Microsoft® PowerPoint® 2021</vt:lpwstr>
  </property>
  <property fmtid="{D5CDD505-2E9C-101B-9397-08002B2CF9AE}" pid="5" name="LastSaved">
    <vt:filetime>2026-04-21T00:00:00Z</vt:filetime>
  </property>
  <property fmtid="{D5CDD505-2E9C-101B-9397-08002B2CF9AE}" pid="6" name="Producer">
    <vt:lpwstr>Microsoft® PowerPoint® 2021</vt:lpwstr>
  </property>
</Properties>
</file>